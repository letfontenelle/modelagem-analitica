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5483d7c004565" /><Relationship Type="http://schemas.openxmlformats.org/officeDocument/2006/relationships/extended-properties" Target="/docProps/app.xml" Id="R5273a295074843d9" /><Relationship Type="http://schemas.openxmlformats.org/officeDocument/2006/relationships/officeDocument" Target="/ppt/presentation.xml" Id="Rab015629ded948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059fd27fec49bc"/>
  </p:sldMasterIdLst>
  <p:notesMasterIdLst>
    <p:notesMasterId xmlns:r="http://schemas.openxmlformats.org/officeDocument/2006/relationships" r:id="R94e767404f764d26"/>
  </p:notesMasterIdLst>
  <p:sldIdLst>
    <p:sldId xmlns:r="http://schemas.openxmlformats.org/officeDocument/2006/relationships" id="256" r:id="Red5f32306e2341e4"/>
    <p:sldId xmlns:r="http://schemas.openxmlformats.org/officeDocument/2006/relationships" id="257" r:id="R013b01dc131342ac"/>
    <p:sldId xmlns:r="http://schemas.openxmlformats.org/officeDocument/2006/relationships" id="258" r:id="R1230732ca3854098"/>
    <p:sldId xmlns:r="http://schemas.openxmlformats.org/officeDocument/2006/relationships" id="259" r:id="Re6e64f96edbf4b8e"/>
    <p:sldId xmlns:r="http://schemas.openxmlformats.org/officeDocument/2006/relationships" id="260" r:id="Rf82b1c5b9dfd4bde"/>
    <p:sldId xmlns:r="http://schemas.openxmlformats.org/officeDocument/2006/relationships" id="261" r:id="Rc0f8748fe297466b"/>
    <p:sldId xmlns:r="http://schemas.openxmlformats.org/officeDocument/2006/relationships" id="262" r:id="R47296d1b905648c5"/>
    <p:sldId xmlns:r="http://schemas.openxmlformats.org/officeDocument/2006/relationships" id="263" r:id="Rfd63c8c058cd4ff3"/>
    <p:sldId xmlns:r="http://schemas.openxmlformats.org/officeDocument/2006/relationships" id="264" r:id="R5bd44c90b456445e"/>
    <p:sldId xmlns:r="http://schemas.openxmlformats.org/officeDocument/2006/relationships" id="265" r:id="Rffedda0baad04fa5"/>
    <p:sldId xmlns:r="http://schemas.openxmlformats.org/officeDocument/2006/relationships" id="266" r:id="R0187ccafc34a421a"/>
    <p:sldId xmlns:r="http://schemas.openxmlformats.org/officeDocument/2006/relationships" id="267" r:id="R95c7d30b5948435b"/>
    <p:sldId xmlns:r="http://schemas.openxmlformats.org/officeDocument/2006/relationships" id="268" r:id="R7e0a90e17af24d2e"/>
    <p:sldId xmlns:r="http://schemas.openxmlformats.org/officeDocument/2006/relationships" id="269" r:id="R4578cfe3b39e433c"/>
    <p:sldId xmlns:r="http://schemas.openxmlformats.org/officeDocument/2006/relationships" id="270" r:id="Re1d879c038ce40ff"/>
    <p:sldId xmlns:r="http://schemas.openxmlformats.org/officeDocument/2006/relationships" id="271" r:id="R534eb47533664907"/>
    <p:sldId xmlns:r="http://schemas.openxmlformats.org/officeDocument/2006/relationships" id="272" r:id="R9c1c4827a144439b"/>
    <p:sldId xmlns:r="http://schemas.openxmlformats.org/officeDocument/2006/relationships" id="273" r:id="R9111fc0e31124d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d707f66dfc45e0" /><Relationship Type="http://schemas.openxmlformats.org/officeDocument/2006/relationships/slideMaster" Target="/ppt/slideMasters/slideMaster1.xml" Id="R89059fd27fec49bc" /><Relationship Type="http://schemas.openxmlformats.org/officeDocument/2006/relationships/notesMaster" Target="/ppt/notesMasters/notesMaster1.xml" Id="R94e767404f764d26" /><Relationship Type="http://schemas.openxmlformats.org/officeDocument/2006/relationships/presProps" Target="/ppt/presProps.xml" Id="Rca11eab3be544895" /><Relationship Type="http://schemas.openxmlformats.org/officeDocument/2006/relationships/tableStyles" Target="/ppt/tableStyles.xml" Id="R647d069b89fe4303" /><Relationship Type="http://schemas.openxmlformats.org/officeDocument/2006/relationships/slide" Target="/ppt/slides/slide1.xml" Id="Red5f32306e2341e4" /><Relationship Type="http://schemas.openxmlformats.org/officeDocument/2006/relationships/slide" Target="/ppt/slides/slide2.xml" Id="R013b01dc131342ac" /><Relationship Type="http://schemas.openxmlformats.org/officeDocument/2006/relationships/slide" Target="/ppt/slides/slide3.xml" Id="R1230732ca3854098" /><Relationship Type="http://schemas.openxmlformats.org/officeDocument/2006/relationships/slide" Target="/ppt/slides/slide4.xml" Id="Re6e64f96edbf4b8e" /><Relationship Type="http://schemas.openxmlformats.org/officeDocument/2006/relationships/slide" Target="/ppt/slides/slide5.xml" Id="Rf82b1c5b9dfd4bde" /><Relationship Type="http://schemas.openxmlformats.org/officeDocument/2006/relationships/slide" Target="/ppt/slides/slide6.xml" Id="Rc0f8748fe297466b" /><Relationship Type="http://schemas.openxmlformats.org/officeDocument/2006/relationships/slide" Target="/ppt/slides/slide7.xml" Id="R47296d1b905648c5" /><Relationship Type="http://schemas.openxmlformats.org/officeDocument/2006/relationships/slide" Target="/ppt/slides/slide8.xml" Id="Rfd63c8c058cd4ff3" /><Relationship Type="http://schemas.openxmlformats.org/officeDocument/2006/relationships/slide" Target="/ppt/slides/slide9.xml" Id="R5bd44c90b456445e" /><Relationship Type="http://schemas.openxmlformats.org/officeDocument/2006/relationships/slide" Target="/ppt/slides/slide10.xml" Id="Rffedda0baad04fa5" /><Relationship Type="http://schemas.openxmlformats.org/officeDocument/2006/relationships/slide" Target="/ppt/slides/slide11.xml" Id="R0187ccafc34a421a" /><Relationship Type="http://schemas.openxmlformats.org/officeDocument/2006/relationships/slide" Target="/ppt/slides/slide12.xml" Id="R95c7d30b5948435b" /><Relationship Type="http://schemas.openxmlformats.org/officeDocument/2006/relationships/slide" Target="/ppt/slides/slide13.xml" Id="R7e0a90e17af24d2e" /><Relationship Type="http://schemas.openxmlformats.org/officeDocument/2006/relationships/slide" Target="/ppt/slides/slide14.xml" Id="R4578cfe3b39e433c" /><Relationship Type="http://schemas.openxmlformats.org/officeDocument/2006/relationships/slide" Target="/ppt/slides/slide15.xml" Id="Re1d879c038ce40ff" /><Relationship Type="http://schemas.openxmlformats.org/officeDocument/2006/relationships/slide" Target="/ppt/slides/slide16.xml" Id="R534eb47533664907" /><Relationship Type="http://schemas.openxmlformats.org/officeDocument/2006/relationships/slide" Target="/ppt/slides/slide17.xml" Id="R9c1c4827a144439b" /><Relationship Type="http://schemas.openxmlformats.org/officeDocument/2006/relationships/slide" Target="/ppt/slides/slide18.xml" Id="R9111fc0e31124d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e82452a1bb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f3ffa2039498b" /><Relationship Type="http://schemas.openxmlformats.org/officeDocument/2006/relationships/notesMaster" Target="/ppt/notesMasters/notesMaster1.xml" Id="R93cf36f1020046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86069174d437e" /><Relationship Type="http://schemas.openxmlformats.org/officeDocument/2006/relationships/notesMaster" Target="/ppt/notesMasters/notesMaster1.xml" Id="R44505ed2103e42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4a35cc18e472f" /><Relationship Type="http://schemas.openxmlformats.org/officeDocument/2006/relationships/notesMaster" Target="/ppt/notesMasters/notesMaster1.xml" Id="R091f5fb2eefb4f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597fd08c874076" /><Relationship Type="http://schemas.openxmlformats.org/officeDocument/2006/relationships/notesMaster" Target="/ppt/notesMasters/notesMaster1.xml" Id="R77f2c5890e51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2bfd1473ee4376" /><Relationship Type="http://schemas.openxmlformats.org/officeDocument/2006/relationships/notesMaster" Target="/ppt/notesMasters/notesMaster1.xml" Id="Rb830dd2a87954a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ad29d91561413d" /><Relationship Type="http://schemas.openxmlformats.org/officeDocument/2006/relationships/notesMaster" Target="/ppt/notesMasters/notesMaster1.xml" Id="Rdc7a65d89ca74b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a7fdfe01db4a7a" /><Relationship Type="http://schemas.openxmlformats.org/officeDocument/2006/relationships/notesMaster" Target="/ppt/notesMasters/notesMaster1.xml" Id="R4e88147b3b9040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c1bbe8173447e8" /><Relationship Type="http://schemas.openxmlformats.org/officeDocument/2006/relationships/notesMaster" Target="/ppt/notesMasters/notesMaster1.xml" Id="Rf7838548caf14e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ab59850e604a6f" /><Relationship Type="http://schemas.openxmlformats.org/officeDocument/2006/relationships/notesMaster" Target="/ppt/notesMasters/notesMaster1.xml" Id="Rceea1a5d7a874f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6d2728bf994bd4" /><Relationship Type="http://schemas.openxmlformats.org/officeDocument/2006/relationships/notesMaster" Target="/ppt/notesMasters/notesMaster1.xml" Id="R63af66cece2e40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f472dbb2954d1b" /><Relationship Type="http://schemas.openxmlformats.org/officeDocument/2006/relationships/notesMaster" Target="/ppt/notesMasters/notesMaster1.xml" Id="Rc501839f3d6b41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4ec17043374e7a" /><Relationship Type="http://schemas.openxmlformats.org/officeDocument/2006/relationships/notesMaster" Target="/ppt/notesMasters/notesMaster1.xml" Id="R9437f118b72b48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9a8afb30e54a16" /><Relationship Type="http://schemas.openxmlformats.org/officeDocument/2006/relationships/notesMaster" Target="/ppt/notesMasters/notesMaster1.xml" Id="R8ab6581a423c43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6f631edd0c4102" /><Relationship Type="http://schemas.openxmlformats.org/officeDocument/2006/relationships/notesMaster" Target="/ppt/notesMasters/notesMaster1.xml" Id="R77632e99608141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61dd74c90549bb" /><Relationship Type="http://schemas.openxmlformats.org/officeDocument/2006/relationships/notesMaster" Target="/ppt/notesMasters/notesMaster1.xml" Id="R110911b4c3404a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1c3fef6d234b9e" /><Relationship Type="http://schemas.openxmlformats.org/officeDocument/2006/relationships/notesMaster" Target="/ppt/notesMasters/notesMaster1.xml" Id="R251951a2958542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c960d3ec964bdc" /><Relationship Type="http://schemas.openxmlformats.org/officeDocument/2006/relationships/notesMaster" Target="/ppt/notesMasters/notesMaster1.xml" Id="R43e3a7d0bd604c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a75b173d624f4d" /><Relationship Type="http://schemas.openxmlformats.org/officeDocument/2006/relationships/notesMaster" Target="/ppt/notesMasters/notesMaster1.xml" Id="Rf37540bc9e6e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40 segundos. Apresente o objetivo: comparar ARIMA e SARIMA e quantificar a incerteza. A base termina em dezembro de 2016. Todas as projeções para 2017 são históricas. Fonte: data/processed/ilha_solteira_mensal.csv, extraído de ILHA_SOLTEIRA.pdf.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45 segundos. Queremos antecipar vazões mensais usando apenas o passado e apresentar uma faixa de valores plausíveis. Os intervalos são preditivos, pois se referem a novas observações. Um intervalo de confiança de coeficiente responde a outra pergunta. Os exemplos fornecidos orientam a exploração, diferenciação e modelagem, com APIs atuais. Fontes: EXEMPLO.pdf, EXEMPLO_01.pdf e statsmodels SARIMAXResults.get_forecast.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50 segundos. Explique a passagem da tabela anual com 12 colunas para uma série longa, com uma data por linha. A base tem 1032 valores positivos e completos. A unidade não está explicitada no PDF. Evite afirmar m³/s como unidade confirmada. O documento também não identifica se são vazões naturais, afluentes ou defluentes. Fonte: data/processed/ilha_solteira_mensal.csv, extraído de ILHA_SOLTEIRA.pdf.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55 segundos. Mostre que o ciclo anual convive com picos e períodos de valores menores. O gráfico preserva todos os 1032 meses, sem agregação. A escala vertical mantém a unidade original da tabela, que não está especificada no PDF. O máximo e o mínimo são apenas descrições, sem atribuir causas. Fonte: data/processed/ilha_solteira_mensal.csv, extraído de ILHA_SOLTEIRA.pdf.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55 segundos. Cada coluna é a média de todas as observações daquele mês, calculada apenas para descrição da base completa. Fevereiro tem a maior média e setembro a menor. A repetição anual de dados mensais justifica período sazonal 12. Este gráfico não participa da seleção de parâmetros, que usa treino e validação. Fonte: data/processed/ilha_solteira_mensal.csv, extraído de ILHA_SOLTEIRA.pdf.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75 segundos. No treino inicial, estimamos candidatos até 2008. Na validação, usamos cinco origens anuais e prevemos os próximos 12 meses de 2009 a 2013, expandindo o histórico. Depois fixamos um modelo de cada família. O teste usa uma única origem em dezembro de 2013 e 36 meses à frente. Assim nenhum valor de 2014–2016 escolhe parâmetros. O horizonte de teste é maior que o de validação. Fonte: src/modelos.py, selecionar e avaliar_e_prever.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segundos. AR representa dependência de valores passados, I representa diferenças e MA representa erros passados. SARIMA acrescenta dependência sazonal. p e q controlam ordens não sazonais, d as diferenças. P, D e Q são os equivalentes sazonais. O 12 corresponde ao ciclo anual. A constante aparece nos dois modelos selecionados. Fonte: statsmodels.tsa.statespace.sarimax.SARIMAX e src/modelos.py.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75 segundos. Ajustamos log da vazão porque todos os valores são positivos. Isso reduz assimetria e permite intervalos positivos após exponenciar. Subtraímos a média do log calculada apenas no histórico de cada ajuste para melhorar a estabilidade numérica, e somamos esse centro antes de voltar à escala original. Diferença de ordem 1 compara meses consecutivos. Diferença sazonal compara o mês ao mesmo mês do ano anterior. No treino, ADF rejeita raiz unitária, mas KPSS rejeita estacionariedade em nível e log. Esse desacordo exige cautela. Comparamos d igual a zero ou um no ARIMA. No SARIMA, fixamos d=0 e comparamos D igual a zero ou um. A validação escolheu zero nas diferenças dos dois modelos. Fonte: output/tables/estacionariedade.csv e src/modelos.py.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65 segundos. AIC faz uma triagem dentro de grupos com a mesma família e as mesmas diferenças d e D. Os dois melhores convergentes de cada grupo seguem para validação. O RMSE médio das cinco origens escolhe um por família. O SARIMA ganha na validação, mas ainda precisa enfrentar o teste reservado. Fonte: output/tables/busca_modelos.csv e ranking_validacao.csv.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segundos. Menor RMSE é melhor, e a medida penaliza erros grandes. O ingênuo sazonal repete os últimos 12 meses disponíveis, de 2013, para os três anos do teste. A média por mês usa todo o histórico até 2013. Ambos superam os modelos nesta janela. Isso impede concluir que maior complexidade produziu melhor previsão. Fonte: output/tables/metricas_teste.csv.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segundos. A linha escura mostra os 36 valores observados. Compare a oscilação sazonal do SARIMA à trajetória do ARIMA. Durante parte do teste, os valores previstos ficam acima dos observados. A média do teste é menor que a média do período de ajuste. Isso é uma descrição, não uma prova de mudança estrutural ou causa climática. Fonte: output/tables/previsoes_teste.csv e output/resumo.json.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60 segundos. Os limites representam quantis condicionais do modelo para cada mês, e não garantem cobertura de toda a trajetória. A linha central é a média com correção de viés ao voltar do log: exp(mu + variância/2). A mediana seria exp(mu). Os limites vêm de exp dos limites no log. A largura na escala original depende também do nível previsto. Fonte: output/tables/previsoes_teste.csv. Fórmulas: src/modelos.py, prever.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60 segundos. A sazonalidade também altera os limites do SARIMA. Compare a faixa nos meses de valores altos. Uma faixa larga pode cobrir observações mesmo com previsão central ruim. Por isso lemos cobertura junto com a largura e o erro. Fonte: output/tables/previsoes_teste.csv.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65 segundos. O ARIMA cobriu 91,7% dos meses e o SARIMA cobriu 83,3%. O nominal é 95%, mas 36 observações são poucas e dependentes. Não afirmamos calibração apenas por esse número. A largura média foi maior no ARIMA. Não há intervalo calculado para as baselines neste projeto. Fonte: output/tables/metricas_teste.csv.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segundos. Ljung–Box verifica se resta autocorrelação conjunta. Os p-valores abaixo de 0,05 em 12 e 24 defasagens rejeitam a hipótese de ausência dessa dependência nos dois modelos. Jarque–Bera também rejeita normalidade nos dois. Esses resultados limitam a confiança nos intervalos paramétricos. Não escondemos os diagnósticos desfavoráveis. Fonte: output/tables/diagnosticos.csv.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75 segundos. Depois de medir o desempenho, reajustamos as estruturas selecionadas usando todos os dados até dezembro de 2016. O gráfico mostra SARIMA com seus limites e a média ARIMA para comparação. Os valores observados de 2017 não estão no arquivo. Portanto, esta é uma projeção histórica sem avaliação externa e nunca deve ser apresentada como previsão atual. Fonte: output/tables/previsoes_2017.csv.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segundos. Resuma com transparência. Há sazonalidade anual, mas isso não garante que o SARIMA escolhido seja o melhor em qualquer período. A validação favoreceu SARIMA e o teste favoreceu o ingênuo sazonal. Os resíduos mostram inadequação dos modelos e os intervalos são largos. Melhorias futuras incluem validação com horizontes comparáveis e modelos com covariáveis, desde que dados adicionais existam. Fontes: métricas, diagnósticos e ranking em output/tables.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40 segundos. Apresente o notebook como caminho para reproduzir cada etapa. A estrutura seguiu os dois PDFs de exemplos e a API oficial do statsmodels. Os três tutoriais fornecidos são referências indicadas. O conteúdo integral de DigitalOcean e GeeksforGeeks estava indisponível na consulta. Foram corrigidos o período sazonal, a separação temporal, a distinção de intervalos e chamadas antigas. URLs: https://www.digitalocean.com/community/tutorials/a-guide-to-time-series-forecasting-with-arima-in-python-3 ; https://www.geeksforgeeks.org/python-arima-model-for-time-series-forecasting/amp/ ; https://github.com/aarshayj/analytics_vidhya/blob/master/Articles/Time_Series_Analysis/Time_Series_AirPassenger.ipynb ; https://www.statsmodels.org/stable/generated/statsmodels.tsa.statespace.sarimax.SARIMAX.html ; https://www.statsmodels.org/stable/generated/statsmodels.tsa.statespace.sarimax.SARIMAXResults.get_forecast.html . Fonte de dados: ILHA_SOLTEIRA.pdf.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e575226f649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77faae50794201" /><Relationship Type="http://schemas.openxmlformats.org/officeDocument/2006/relationships/slideLayout" Target="/ppt/slideLayouts/slideLayout1.xml" Id="Rf6eb6fc1dd53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eb6fc1dd53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be90479fd4493" /><Relationship Type="http://schemas.openxmlformats.org/officeDocument/2006/relationships/notesSlide" Target="/ppt/notesSlides/notesSlide1.xml" Id="R737743fef59842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d36c4fea24df7" /><Relationship Type="http://schemas.openxmlformats.org/officeDocument/2006/relationships/notesSlide" Target="/ppt/notesSlides/notesSlide2.xml" Id="R4e4a588ef0d347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4e414bd294866" /><Relationship Type="http://schemas.openxmlformats.org/officeDocument/2006/relationships/notesSlide" Target="/ppt/notesSlides/notesSlide3.xml" Id="Rb4119302202844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40a1c0e494256" /><Relationship Type="http://schemas.openxmlformats.org/officeDocument/2006/relationships/chart" Target="/ppt/slides/charts/chart1.xml" Id="R4d15504404a94b6e" /><Relationship Type="http://schemas.openxmlformats.org/officeDocument/2006/relationships/notesSlide" Target="/ppt/notesSlides/notesSlide4.xml" Id="R74d5eaa21cf8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a8c0e95af414b" /><Relationship Type="http://schemas.openxmlformats.org/officeDocument/2006/relationships/chart" Target="/ppt/slides/charts/chart2.xml" Id="R689592f034054a3a" /><Relationship Type="http://schemas.openxmlformats.org/officeDocument/2006/relationships/notesSlide" Target="/ppt/notesSlides/notesSlide5.xml" Id="Rd8985c26543349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663357b0242c3" /><Relationship Type="http://schemas.openxmlformats.org/officeDocument/2006/relationships/notesSlide" Target="/ppt/notesSlides/notesSlide6.xml" Id="R6fbd6cdf241b43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0f45dd449415a" /><Relationship Type="http://schemas.openxmlformats.org/officeDocument/2006/relationships/notesSlide" Target="/ppt/notesSlides/notesSlide7.xml" Id="Raf8a869ba7d948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d2ccca8674c5e" /><Relationship Type="http://schemas.openxmlformats.org/officeDocument/2006/relationships/notesSlide" Target="/ppt/notesSlides/notesSlide8.xml" Id="R73f631502d3045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facb906bf46f9" /><Relationship Type="http://schemas.openxmlformats.org/officeDocument/2006/relationships/notesSlide" Target="/ppt/notesSlides/notesSlide9.xml" Id="R8f8759768d424e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a8520f9b9427b" /><Relationship Type="http://schemas.openxmlformats.org/officeDocument/2006/relationships/chart" Target="/ppt/slides/charts/chart3.xml" Id="Rbc54c764fd8a4880" /><Relationship Type="http://schemas.openxmlformats.org/officeDocument/2006/relationships/notesSlide" Target="/ppt/notesSlides/notesSlide10.xml" Id="Reb8da66d0d6642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8ae42aeff469f" /><Relationship Type="http://schemas.openxmlformats.org/officeDocument/2006/relationships/chart" Target="/ppt/slides/charts/chart4.xml" Id="R61128f114cff4e0b" /><Relationship Type="http://schemas.openxmlformats.org/officeDocument/2006/relationships/notesSlide" Target="/ppt/notesSlides/notesSlide11.xml" Id="R266f1689247b49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624acd26844c6" /><Relationship Type="http://schemas.openxmlformats.org/officeDocument/2006/relationships/chart" Target="/ppt/slides/charts/chart5.xml" Id="R3268fd2d62ff4bcc" /><Relationship Type="http://schemas.openxmlformats.org/officeDocument/2006/relationships/notesSlide" Target="/ppt/notesSlides/notesSlide12.xml" Id="Rb9a2ad0ac97148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1620813314177" /><Relationship Type="http://schemas.openxmlformats.org/officeDocument/2006/relationships/chart" Target="/ppt/slides/charts/chart6.xml" Id="R8b41e65e66e84590" /><Relationship Type="http://schemas.openxmlformats.org/officeDocument/2006/relationships/notesSlide" Target="/ppt/notesSlides/notesSlide13.xml" Id="R54829575761a42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ba28aef7c482a" /><Relationship Type="http://schemas.openxmlformats.org/officeDocument/2006/relationships/notesSlide" Target="/ppt/notesSlides/notesSlide14.xml" Id="Rfa51f858bc0d42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c3f6c03ef4c18" /><Relationship Type="http://schemas.openxmlformats.org/officeDocument/2006/relationships/notesSlide" Target="/ppt/notesSlides/notesSlide15.xml" Id="Ra71e75c7fc9947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7f75a3fe943f0" /><Relationship Type="http://schemas.openxmlformats.org/officeDocument/2006/relationships/chart" Target="/ppt/slides/charts/chart7.xml" Id="Rf0cad7c6279c4f20" /><Relationship Type="http://schemas.openxmlformats.org/officeDocument/2006/relationships/notesSlide" Target="/ppt/notesSlides/notesSlide16.xml" Id="Ra1497d8cebce40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e9ed4ea9f4575" /><Relationship Type="http://schemas.openxmlformats.org/officeDocument/2006/relationships/notesSlide" Target="/ppt/notesSlides/notesSlide17.xml" Id="Rda9a2e087cc14c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ef47342b84cf5" /><Relationship Type="http://schemas.openxmlformats.org/officeDocument/2006/relationships/notesSlide" Target="/ppt/notesSlides/notesSlide18.xml" Id="Raaae8bd9471a43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Vazão mensal</c:v>
          </c:tx>
          <c:spPr>
            <a:solidFill xmlns:a="http://schemas.openxmlformats.org/drawingml/2006/main">
              <a:srgbClr val="007F80"/>
            </a:solidFill>
            <a:ln xmlns:a="http://schemas.openxmlformats.org/drawingml/2006/main" w="15240">
              <a:solidFill>
                <a:srgbClr val="007F80"/>
              </a:solidFill>
            </a:ln>
          </c:spPr>
          <c:marker>
            <c:symbol val="none"/>
          </c:marker>
          <c:cat>
            <c:strRef>
              <c:f>'Chart Data'!$A$2:$A$1033</c:f>
              <c:strCache>
                <c:ptCount val="1032"/>
                <c:pt idx="0">
                  <c:v>1931-01</c:v>
                </c:pt>
                <c:pt idx="1">
                  <c:v>1931-02</c:v>
                </c:pt>
                <c:pt idx="2">
                  <c:v>1931-03</c:v>
                </c:pt>
                <c:pt idx="3">
                  <c:v>1931-04</c:v>
                </c:pt>
                <c:pt idx="4">
                  <c:v>1931-05</c:v>
                </c:pt>
                <c:pt idx="5">
                  <c:v>1931-06</c:v>
                </c:pt>
                <c:pt idx="6">
                  <c:v>1931-07</c:v>
                </c:pt>
                <c:pt idx="7">
                  <c:v>1931-08</c:v>
                </c:pt>
                <c:pt idx="8">
                  <c:v>1931-09</c:v>
                </c:pt>
                <c:pt idx="9">
                  <c:v>1931-10</c:v>
                </c:pt>
                <c:pt idx="10">
                  <c:v>1931-11</c:v>
                </c:pt>
                <c:pt idx="11">
                  <c:v>1931-12</c:v>
                </c:pt>
                <c:pt idx="12">
                  <c:v>1932-01</c:v>
                </c:pt>
                <c:pt idx="13">
                  <c:v>1932-02</c:v>
                </c:pt>
                <c:pt idx="14">
                  <c:v>1932-03</c:v>
                </c:pt>
                <c:pt idx="15">
                  <c:v>1932-04</c:v>
                </c:pt>
                <c:pt idx="16">
                  <c:v>1932-05</c:v>
                </c:pt>
                <c:pt idx="17">
                  <c:v>1932-06</c:v>
                </c:pt>
                <c:pt idx="18">
                  <c:v>1932-07</c:v>
                </c:pt>
                <c:pt idx="19">
                  <c:v>1932-08</c:v>
                </c:pt>
                <c:pt idx="20">
                  <c:v>1932-09</c:v>
                </c:pt>
                <c:pt idx="21">
                  <c:v>1932-10</c:v>
                </c:pt>
                <c:pt idx="22">
                  <c:v>1932-11</c:v>
                </c:pt>
                <c:pt idx="23">
                  <c:v>1932-12</c:v>
                </c:pt>
                <c:pt idx="24">
                  <c:v>1933-01</c:v>
                </c:pt>
                <c:pt idx="25">
                  <c:v>1933-02</c:v>
                </c:pt>
                <c:pt idx="26">
                  <c:v>1933-03</c:v>
                </c:pt>
                <c:pt idx="27">
                  <c:v>1933-04</c:v>
                </c:pt>
                <c:pt idx="28">
                  <c:v>1933-05</c:v>
                </c:pt>
                <c:pt idx="29">
                  <c:v>1933-06</c:v>
                </c:pt>
                <c:pt idx="30">
                  <c:v>1933-07</c:v>
                </c:pt>
                <c:pt idx="31">
                  <c:v>1933-08</c:v>
                </c:pt>
                <c:pt idx="32">
                  <c:v>1933-09</c:v>
                </c:pt>
                <c:pt idx="33">
                  <c:v>1933-10</c:v>
                </c:pt>
                <c:pt idx="34">
                  <c:v>1933-11</c:v>
                </c:pt>
                <c:pt idx="35">
                  <c:v>1933-12</c:v>
                </c:pt>
                <c:pt idx="36">
                  <c:v>1934-01</c:v>
                </c:pt>
                <c:pt idx="37">
                  <c:v>1934-02</c:v>
                </c:pt>
                <c:pt idx="38">
                  <c:v>1934-03</c:v>
                </c:pt>
                <c:pt idx="39">
                  <c:v>1934-04</c:v>
                </c:pt>
                <c:pt idx="40">
                  <c:v>1934-05</c:v>
                </c:pt>
                <c:pt idx="41">
                  <c:v>1934-06</c:v>
                </c:pt>
                <c:pt idx="42">
                  <c:v>1934-07</c:v>
                </c:pt>
                <c:pt idx="43">
                  <c:v>1934-08</c:v>
                </c:pt>
                <c:pt idx="44">
                  <c:v>1934-09</c:v>
                </c:pt>
                <c:pt idx="45">
                  <c:v>1934-10</c:v>
                </c:pt>
                <c:pt idx="46">
                  <c:v>1934-11</c:v>
                </c:pt>
                <c:pt idx="47">
                  <c:v>1934-12</c:v>
                </c:pt>
                <c:pt idx="48">
                  <c:v>1935-01</c:v>
                </c:pt>
                <c:pt idx="49">
                  <c:v>1935-02</c:v>
                </c:pt>
                <c:pt idx="50">
                  <c:v>1935-03</c:v>
                </c:pt>
                <c:pt idx="51">
                  <c:v>1935-04</c:v>
                </c:pt>
                <c:pt idx="52">
                  <c:v>1935-05</c:v>
                </c:pt>
                <c:pt idx="53">
                  <c:v>1935-06</c:v>
                </c:pt>
                <c:pt idx="54">
                  <c:v>1935-07</c:v>
                </c:pt>
                <c:pt idx="55">
                  <c:v>1935-08</c:v>
                </c:pt>
                <c:pt idx="56">
                  <c:v>1935-09</c:v>
                </c:pt>
                <c:pt idx="57">
                  <c:v>1935-10</c:v>
                </c:pt>
                <c:pt idx="58">
                  <c:v>1935-11</c:v>
                </c:pt>
                <c:pt idx="59">
                  <c:v>1935-12</c:v>
                </c:pt>
                <c:pt idx="60">
                  <c:v>1936-01</c:v>
                </c:pt>
                <c:pt idx="61">
                  <c:v>1936-02</c:v>
                </c:pt>
                <c:pt idx="62">
                  <c:v>1936-03</c:v>
                </c:pt>
                <c:pt idx="63">
                  <c:v>1936-04</c:v>
                </c:pt>
                <c:pt idx="64">
                  <c:v>1936-05</c:v>
                </c:pt>
                <c:pt idx="65">
                  <c:v>1936-06</c:v>
                </c:pt>
                <c:pt idx="66">
                  <c:v>1936-07</c:v>
                </c:pt>
                <c:pt idx="67">
                  <c:v>1936-08</c:v>
                </c:pt>
                <c:pt idx="68">
                  <c:v>1936-09</c:v>
                </c:pt>
                <c:pt idx="69">
                  <c:v>1936-10</c:v>
                </c:pt>
                <c:pt idx="70">
                  <c:v>1936-11</c:v>
                </c:pt>
                <c:pt idx="71">
                  <c:v>1936-12</c:v>
                </c:pt>
                <c:pt idx="72">
                  <c:v>1937-01</c:v>
                </c:pt>
                <c:pt idx="73">
                  <c:v>1937-02</c:v>
                </c:pt>
                <c:pt idx="74">
                  <c:v>1937-03</c:v>
                </c:pt>
                <c:pt idx="75">
                  <c:v>1937-04</c:v>
                </c:pt>
                <c:pt idx="76">
                  <c:v>1937-05</c:v>
                </c:pt>
                <c:pt idx="77">
                  <c:v>1937-06</c:v>
                </c:pt>
                <c:pt idx="78">
                  <c:v>1937-07</c:v>
                </c:pt>
                <c:pt idx="79">
                  <c:v>1937-08</c:v>
                </c:pt>
                <c:pt idx="80">
                  <c:v>1937-09</c:v>
                </c:pt>
                <c:pt idx="81">
                  <c:v>1937-10</c:v>
                </c:pt>
                <c:pt idx="82">
                  <c:v>1937-11</c:v>
                </c:pt>
                <c:pt idx="83">
                  <c:v>1937-12</c:v>
                </c:pt>
                <c:pt idx="84">
                  <c:v>1938-01</c:v>
                </c:pt>
                <c:pt idx="85">
                  <c:v>1938-02</c:v>
                </c:pt>
                <c:pt idx="86">
                  <c:v>1938-03</c:v>
                </c:pt>
                <c:pt idx="87">
                  <c:v>1938-04</c:v>
                </c:pt>
                <c:pt idx="88">
                  <c:v>1938-05</c:v>
                </c:pt>
                <c:pt idx="89">
                  <c:v>1938-06</c:v>
                </c:pt>
                <c:pt idx="90">
                  <c:v>1938-07</c:v>
                </c:pt>
                <c:pt idx="91">
                  <c:v>1938-08</c:v>
                </c:pt>
                <c:pt idx="92">
                  <c:v>1938-09</c:v>
                </c:pt>
                <c:pt idx="93">
                  <c:v>1938-10</c:v>
                </c:pt>
                <c:pt idx="94">
                  <c:v>1938-11</c:v>
                </c:pt>
                <c:pt idx="95">
                  <c:v>1938-12</c:v>
                </c:pt>
                <c:pt idx="96">
                  <c:v>1939-01</c:v>
                </c:pt>
                <c:pt idx="97">
                  <c:v>1939-02</c:v>
                </c:pt>
                <c:pt idx="98">
                  <c:v>1939-03</c:v>
                </c:pt>
                <c:pt idx="99">
                  <c:v>1939-04</c:v>
                </c:pt>
                <c:pt idx="100">
                  <c:v>1939-05</c:v>
                </c:pt>
                <c:pt idx="101">
                  <c:v>1939-06</c:v>
                </c:pt>
                <c:pt idx="102">
                  <c:v>1939-07</c:v>
                </c:pt>
                <c:pt idx="103">
                  <c:v>1939-08</c:v>
                </c:pt>
                <c:pt idx="104">
                  <c:v>1939-09</c:v>
                </c:pt>
                <c:pt idx="105">
                  <c:v>1939-10</c:v>
                </c:pt>
                <c:pt idx="106">
                  <c:v>1939-11</c:v>
                </c:pt>
                <c:pt idx="107">
                  <c:v>1939-12</c:v>
                </c:pt>
                <c:pt idx="108">
                  <c:v>1940-01</c:v>
                </c:pt>
                <c:pt idx="109">
                  <c:v>1940-02</c:v>
                </c:pt>
                <c:pt idx="110">
                  <c:v>1940-03</c:v>
                </c:pt>
                <c:pt idx="111">
                  <c:v>1940-04</c:v>
                </c:pt>
                <c:pt idx="112">
                  <c:v>1940-05</c:v>
                </c:pt>
                <c:pt idx="113">
                  <c:v>1940-06</c:v>
                </c:pt>
                <c:pt idx="114">
                  <c:v>1940-07</c:v>
                </c:pt>
                <c:pt idx="115">
                  <c:v>1940-08</c:v>
                </c:pt>
                <c:pt idx="116">
                  <c:v>1940-09</c:v>
                </c:pt>
                <c:pt idx="117">
                  <c:v>1940-10</c:v>
                </c:pt>
                <c:pt idx="118">
                  <c:v>1940-11</c:v>
                </c:pt>
                <c:pt idx="119">
                  <c:v>1940-12</c:v>
                </c:pt>
                <c:pt idx="120">
                  <c:v>1941-01</c:v>
                </c:pt>
                <c:pt idx="121">
                  <c:v>1941-02</c:v>
                </c:pt>
                <c:pt idx="122">
                  <c:v>1941-03</c:v>
                </c:pt>
                <c:pt idx="123">
                  <c:v>1941-04</c:v>
                </c:pt>
                <c:pt idx="124">
                  <c:v>1941-05</c:v>
                </c:pt>
                <c:pt idx="125">
                  <c:v>1941-06</c:v>
                </c:pt>
                <c:pt idx="126">
                  <c:v>1941-07</c:v>
                </c:pt>
                <c:pt idx="127">
                  <c:v>1941-08</c:v>
                </c:pt>
                <c:pt idx="128">
                  <c:v>1941-09</c:v>
                </c:pt>
                <c:pt idx="129">
                  <c:v>1941-10</c:v>
                </c:pt>
                <c:pt idx="130">
                  <c:v>1941-11</c:v>
                </c:pt>
                <c:pt idx="131">
                  <c:v>1941-12</c:v>
                </c:pt>
                <c:pt idx="132">
                  <c:v>1942-01</c:v>
                </c:pt>
                <c:pt idx="133">
                  <c:v>1942-02</c:v>
                </c:pt>
                <c:pt idx="134">
                  <c:v>1942-03</c:v>
                </c:pt>
                <c:pt idx="135">
                  <c:v>1942-04</c:v>
                </c:pt>
                <c:pt idx="136">
                  <c:v>1942-05</c:v>
                </c:pt>
                <c:pt idx="137">
                  <c:v>1942-06</c:v>
                </c:pt>
                <c:pt idx="138">
                  <c:v>1942-07</c:v>
                </c:pt>
                <c:pt idx="139">
                  <c:v>1942-08</c:v>
                </c:pt>
                <c:pt idx="140">
                  <c:v>1942-09</c:v>
                </c:pt>
                <c:pt idx="141">
                  <c:v>1942-10</c:v>
                </c:pt>
                <c:pt idx="142">
                  <c:v>1942-11</c:v>
                </c:pt>
                <c:pt idx="143">
                  <c:v>1942-12</c:v>
                </c:pt>
                <c:pt idx="144">
                  <c:v>1943-01</c:v>
                </c:pt>
                <c:pt idx="145">
                  <c:v>1943-02</c:v>
                </c:pt>
                <c:pt idx="146">
                  <c:v>1943-03</c:v>
                </c:pt>
                <c:pt idx="147">
                  <c:v>1943-04</c:v>
                </c:pt>
                <c:pt idx="148">
                  <c:v>1943-05</c:v>
                </c:pt>
                <c:pt idx="149">
                  <c:v>1943-06</c:v>
                </c:pt>
                <c:pt idx="150">
                  <c:v>1943-07</c:v>
                </c:pt>
                <c:pt idx="151">
                  <c:v>1943-08</c:v>
                </c:pt>
                <c:pt idx="152">
                  <c:v>1943-09</c:v>
                </c:pt>
                <c:pt idx="153">
                  <c:v>1943-10</c:v>
                </c:pt>
                <c:pt idx="154">
                  <c:v>1943-11</c:v>
                </c:pt>
                <c:pt idx="155">
                  <c:v>1943-12</c:v>
                </c:pt>
                <c:pt idx="156">
                  <c:v>1944-01</c:v>
                </c:pt>
                <c:pt idx="157">
                  <c:v>1944-02</c:v>
                </c:pt>
                <c:pt idx="158">
                  <c:v>1944-03</c:v>
                </c:pt>
                <c:pt idx="159">
                  <c:v>1944-04</c:v>
                </c:pt>
                <c:pt idx="160">
                  <c:v>1944-05</c:v>
                </c:pt>
                <c:pt idx="161">
                  <c:v>1944-06</c:v>
                </c:pt>
                <c:pt idx="162">
                  <c:v>1944-07</c:v>
                </c:pt>
                <c:pt idx="163">
                  <c:v>1944-08</c:v>
                </c:pt>
                <c:pt idx="164">
                  <c:v>1944-09</c:v>
                </c:pt>
                <c:pt idx="165">
                  <c:v>1944-10</c:v>
                </c:pt>
                <c:pt idx="166">
                  <c:v>1944-11</c:v>
                </c:pt>
                <c:pt idx="167">
                  <c:v>1944-12</c:v>
                </c:pt>
                <c:pt idx="168">
                  <c:v>1945-01</c:v>
                </c:pt>
                <c:pt idx="169">
                  <c:v>1945-02</c:v>
                </c:pt>
                <c:pt idx="170">
                  <c:v>1945-03</c:v>
                </c:pt>
                <c:pt idx="171">
                  <c:v>1945-04</c:v>
                </c:pt>
                <c:pt idx="172">
                  <c:v>1945-05</c:v>
                </c:pt>
                <c:pt idx="173">
                  <c:v>1945-06</c:v>
                </c:pt>
                <c:pt idx="174">
                  <c:v>1945-07</c:v>
                </c:pt>
                <c:pt idx="175">
                  <c:v>1945-08</c:v>
                </c:pt>
                <c:pt idx="176">
                  <c:v>1945-09</c:v>
                </c:pt>
                <c:pt idx="177">
                  <c:v>1945-10</c:v>
                </c:pt>
                <c:pt idx="178">
                  <c:v>1945-11</c:v>
                </c:pt>
                <c:pt idx="179">
                  <c:v>1945-12</c:v>
                </c:pt>
                <c:pt idx="180">
                  <c:v>1946-01</c:v>
                </c:pt>
                <c:pt idx="181">
                  <c:v>1946-02</c:v>
                </c:pt>
                <c:pt idx="182">
                  <c:v>1946-03</c:v>
                </c:pt>
                <c:pt idx="183">
                  <c:v>1946-04</c:v>
                </c:pt>
                <c:pt idx="184">
                  <c:v>1946-05</c:v>
                </c:pt>
                <c:pt idx="185">
                  <c:v>1946-06</c:v>
                </c:pt>
                <c:pt idx="186">
                  <c:v>1946-07</c:v>
                </c:pt>
                <c:pt idx="187">
                  <c:v>1946-08</c:v>
                </c:pt>
                <c:pt idx="188">
                  <c:v>1946-09</c:v>
                </c:pt>
                <c:pt idx="189">
                  <c:v>1946-10</c:v>
                </c:pt>
                <c:pt idx="190">
                  <c:v>1946-11</c:v>
                </c:pt>
                <c:pt idx="191">
                  <c:v>1946-12</c:v>
                </c:pt>
                <c:pt idx="192">
                  <c:v>1947-01</c:v>
                </c:pt>
                <c:pt idx="193">
                  <c:v>1947-02</c:v>
                </c:pt>
                <c:pt idx="194">
                  <c:v>1947-03</c:v>
                </c:pt>
                <c:pt idx="195">
                  <c:v>1947-04</c:v>
                </c:pt>
                <c:pt idx="196">
                  <c:v>1947-05</c:v>
                </c:pt>
                <c:pt idx="197">
                  <c:v>1947-06</c:v>
                </c:pt>
                <c:pt idx="198">
                  <c:v>1947-07</c:v>
                </c:pt>
                <c:pt idx="199">
                  <c:v>1947-08</c:v>
                </c:pt>
                <c:pt idx="200">
                  <c:v>1947-09</c:v>
                </c:pt>
                <c:pt idx="201">
                  <c:v>1947-10</c:v>
                </c:pt>
                <c:pt idx="202">
                  <c:v>1947-11</c:v>
                </c:pt>
                <c:pt idx="203">
                  <c:v>1947-12</c:v>
                </c:pt>
                <c:pt idx="204">
                  <c:v>1948-01</c:v>
                </c:pt>
                <c:pt idx="205">
                  <c:v>1948-02</c:v>
                </c:pt>
                <c:pt idx="206">
                  <c:v>1948-03</c:v>
                </c:pt>
                <c:pt idx="207">
                  <c:v>1948-04</c:v>
                </c:pt>
                <c:pt idx="208">
                  <c:v>1948-05</c:v>
                </c:pt>
                <c:pt idx="209">
                  <c:v>1948-06</c:v>
                </c:pt>
                <c:pt idx="210">
                  <c:v>1948-07</c:v>
                </c:pt>
                <c:pt idx="211">
                  <c:v>1948-08</c:v>
                </c:pt>
                <c:pt idx="212">
                  <c:v>1948-09</c:v>
                </c:pt>
                <c:pt idx="213">
                  <c:v>1948-10</c:v>
                </c:pt>
                <c:pt idx="214">
                  <c:v>1948-11</c:v>
                </c:pt>
                <c:pt idx="215">
                  <c:v>1948-12</c:v>
                </c:pt>
                <c:pt idx="216">
                  <c:v>1949-01</c:v>
                </c:pt>
                <c:pt idx="217">
                  <c:v>1949-02</c:v>
                </c:pt>
                <c:pt idx="218">
                  <c:v>1949-03</c:v>
                </c:pt>
                <c:pt idx="219">
                  <c:v>1949-04</c:v>
                </c:pt>
                <c:pt idx="220">
                  <c:v>1949-05</c:v>
                </c:pt>
                <c:pt idx="221">
                  <c:v>1949-06</c:v>
                </c:pt>
                <c:pt idx="222">
                  <c:v>1949-07</c:v>
                </c:pt>
                <c:pt idx="223">
                  <c:v>1949-08</c:v>
                </c:pt>
                <c:pt idx="224">
                  <c:v>1949-09</c:v>
                </c:pt>
                <c:pt idx="225">
                  <c:v>1949-10</c:v>
                </c:pt>
                <c:pt idx="226">
                  <c:v>1949-11</c:v>
                </c:pt>
                <c:pt idx="227">
                  <c:v>1949-12</c:v>
                </c:pt>
                <c:pt idx="228">
                  <c:v>1950-01</c:v>
                </c:pt>
                <c:pt idx="229">
                  <c:v>1950-02</c:v>
                </c:pt>
                <c:pt idx="230">
                  <c:v>1950-03</c:v>
                </c:pt>
                <c:pt idx="231">
                  <c:v>1950-04</c:v>
                </c:pt>
                <c:pt idx="232">
                  <c:v>1950-05</c:v>
                </c:pt>
                <c:pt idx="233">
                  <c:v>1950-06</c:v>
                </c:pt>
                <c:pt idx="234">
                  <c:v>1950-07</c:v>
                </c:pt>
                <c:pt idx="235">
                  <c:v>1950-08</c:v>
                </c:pt>
                <c:pt idx="236">
                  <c:v>1950-09</c:v>
                </c:pt>
                <c:pt idx="237">
                  <c:v>1950-10</c:v>
                </c:pt>
                <c:pt idx="238">
                  <c:v>1950-11</c:v>
                </c:pt>
                <c:pt idx="239">
                  <c:v>1950-12</c:v>
                </c:pt>
                <c:pt idx="240">
                  <c:v>1951-01</c:v>
                </c:pt>
                <c:pt idx="241">
                  <c:v>1951-02</c:v>
                </c:pt>
                <c:pt idx="242">
                  <c:v>1951-03</c:v>
                </c:pt>
                <c:pt idx="243">
                  <c:v>1951-04</c:v>
                </c:pt>
                <c:pt idx="244">
                  <c:v>1951-05</c:v>
                </c:pt>
                <c:pt idx="245">
                  <c:v>1951-06</c:v>
                </c:pt>
                <c:pt idx="246">
                  <c:v>1951-07</c:v>
                </c:pt>
                <c:pt idx="247">
                  <c:v>1951-08</c:v>
                </c:pt>
                <c:pt idx="248">
                  <c:v>1951-09</c:v>
                </c:pt>
                <c:pt idx="249">
                  <c:v>1951-10</c:v>
                </c:pt>
                <c:pt idx="250">
                  <c:v>1951-11</c:v>
                </c:pt>
                <c:pt idx="251">
                  <c:v>1951-12</c:v>
                </c:pt>
                <c:pt idx="252">
                  <c:v>1952-01</c:v>
                </c:pt>
                <c:pt idx="253">
                  <c:v>1952-02</c:v>
                </c:pt>
                <c:pt idx="254">
                  <c:v>1952-03</c:v>
                </c:pt>
                <c:pt idx="255">
                  <c:v>1952-04</c:v>
                </c:pt>
                <c:pt idx="256">
                  <c:v>1952-05</c:v>
                </c:pt>
                <c:pt idx="257">
                  <c:v>1952-06</c:v>
                </c:pt>
                <c:pt idx="258">
                  <c:v>1952-07</c:v>
                </c:pt>
                <c:pt idx="259">
                  <c:v>1952-08</c:v>
                </c:pt>
                <c:pt idx="260">
                  <c:v>1952-09</c:v>
                </c:pt>
                <c:pt idx="261">
                  <c:v>1952-10</c:v>
                </c:pt>
                <c:pt idx="262">
                  <c:v>1952-11</c:v>
                </c:pt>
                <c:pt idx="263">
                  <c:v>1952-12</c:v>
                </c:pt>
                <c:pt idx="264">
                  <c:v>1953-01</c:v>
                </c:pt>
                <c:pt idx="265">
                  <c:v>1953-02</c:v>
                </c:pt>
                <c:pt idx="266">
                  <c:v>1953-03</c:v>
                </c:pt>
                <c:pt idx="267">
                  <c:v>1953-04</c:v>
                </c:pt>
                <c:pt idx="268">
                  <c:v>1953-05</c:v>
                </c:pt>
                <c:pt idx="269">
                  <c:v>1953-06</c:v>
                </c:pt>
                <c:pt idx="270">
                  <c:v>1953-07</c:v>
                </c:pt>
                <c:pt idx="271">
                  <c:v>1953-08</c:v>
                </c:pt>
                <c:pt idx="272">
                  <c:v>1953-09</c:v>
                </c:pt>
                <c:pt idx="273">
                  <c:v>1953-10</c:v>
                </c:pt>
                <c:pt idx="274">
                  <c:v>1953-11</c:v>
                </c:pt>
                <c:pt idx="275">
                  <c:v>1953-12</c:v>
                </c:pt>
                <c:pt idx="276">
                  <c:v>1954-01</c:v>
                </c:pt>
                <c:pt idx="277">
                  <c:v>1954-02</c:v>
                </c:pt>
                <c:pt idx="278">
                  <c:v>1954-03</c:v>
                </c:pt>
                <c:pt idx="279">
                  <c:v>1954-04</c:v>
                </c:pt>
                <c:pt idx="280">
                  <c:v>1954-05</c:v>
                </c:pt>
                <c:pt idx="281">
                  <c:v>1954-06</c:v>
                </c:pt>
                <c:pt idx="282">
                  <c:v>1954-07</c:v>
                </c:pt>
                <c:pt idx="283">
                  <c:v>1954-08</c:v>
                </c:pt>
                <c:pt idx="284">
                  <c:v>1954-09</c:v>
                </c:pt>
                <c:pt idx="285">
                  <c:v>1954-10</c:v>
                </c:pt>
                <c:pt idx="286">
                  <c:v>1954-11</c:v>
                </c:pt>
                <c:pt idx="287">
                  <c:v>1954-12</c:v>
                </c:pt>
                <c:pt idx="288">
                  <c:v>1955-01</c:v>
                </c:pt>
                <c:pt idx="289">
                  <c:v>1955-02</c:v>
                </c:pt>
                <c:pt idx="290">
                  <c:v>1955-03</c:v>
                </c:pt>
                <c:pt idx="291">
                  <c:v>1955-04</c:v>
                </c:pt>
                <c:pt idx="292">
                  <c:v>1955-05</c:v>
                </c:pt>
                <c:pt idx="293">
                  <c:v>1955-06</c:v>
                </c:pt>
                <c:pt idx="294">
                  <c:v>1955-07</c:v>
                </c:pt>
                <c:pt idx="295">
                  <c:v>1955-08</c:v>
                </c:pt>
                <c:pt idx="296">
                  <c:v>1955-09</c:v>
                </c:pt>
                <c:pt idx="297">
                  <c:v>1955-10</c:v>
                </c:pt>
                <c:pt idx="298">
                  <c:v>1955-11</c:v>
                </c:pt>
                <c:pt idx="299">
                  <c:v>1955-12</c:v>
                </c:pt>
                <c:pt idx="300">
                  <c:v>1956-01</c:v>
                </c:pt>
                <c:pt idx="301">
                  <c:v>1956-02</c:v>
                </c:pt>
                <c:pt idx="302">
                  <c:v>1956-03</c:v>
                </c:pt>
                <c:pt idx="303">
                  <c:v>1956-04</c:v>
                </c:pt>
                <c:pt idx="304">
                  <c:v>1956-05</c:v>
                </c:pt>
                <c:pt idx="305">
                  <c:v>1956-06</c:v>
                </c:pt>
                <c:pt idx="306">
                  <c:v>1956-07</c:v>
                </c:pt>
                <c:pt idx="307">
                  <c:v>1956-08</c:v>
                </c:pt>
                <c:pt idx="308">
                  <c:v>1956-09</c:v>
                </c:pt>
                <c:pt idx="309">
                  <c:v>1956-10</c:v>
                </c:pt>
                <c:pt idx="310">
                  <c:v>1956-11</c:v>
                </c:pt>
                <c:pt idx="311">
                  <c:v>1956-12</c:v>
                </c:pt>
                <c:pt idx="312">
                  <c:v>1957-01</c:v>
                </c:pt>
                <c:pt idx="313">
                  <c:v>1957-02</c:v>
                </c:pt>
                <c:pt idx="314">
                  <c:v>1957-03</c:v>
                </c:pt>
                <c:pt idx="315">
                  <c:v>1957-04</c:v>
                </c:pt>
                <c:pt idx="316">
                  <c:v>1957-05</c:v>
                </c:pt>
                <c:pt idx="317">
                  <c:v>1957-06</c:v>
                </c:pt>
                <c:pt idx="318">
                  <c:v>1957-07</c:v>
                </c:pt>
                <c:pt idx="319">
                  <c:v>1957-08</c:v>
                </c:pt>
                <c:pt idx="320">
                  <c:v>1957-09</c:v>
                </c:pt>
                <c:pt idx="321">
                  <c:v>1957-10</c:v>
                </c:pt>
                <c:pt idx="322">
                  <c:v>1957-11</c:v>
                </c:pt>
                <c:pt idx="323">
                  <c:v>1957-12</c:v>
                </c:pt>
                <c:pt idx="324">
                  <c:v>1958-01</c:v>
                </c:pt>
                <c:pt idx="325">
                  <c:v>1958-02</c:v>
                </c:pt>
                <c:pt idx="326">
                  <c:v>1958-03</c:v>
                </c:pt>
                <c:pt idx="327">
                  <c:v>1958-04</c:v>
                </c:pt>
                <c:pt idx="328">
                  <c:v>1958-05</c:v>
                </c:pt>
                <c:pt idx="329">
                  <c:v>1958-06</c:v>
                </c:pt>
                <c:pt idx="330">
                  <c:v>1958-07</c:v>
                </c:pt>
                <c:pt idx="331">
                  <c:v>1958-08</c:v>
                </c:pt>
                <c:pt idx="332">
                  <c:v>1958-09</c:v>
                </c:pt>
                <c:pt idx="333">
                  <c:v>1958-10</c:v>
                </c:pt>
                <c:pt idx="334">
                  <c:v>1958-11</c:v>
                </c:pt>
                <c:pt idx="335">
                  <c:v>1958-12</c:v>
                </c:pt>
                <c:pt idx="336">
                  <c:v>1959-01</c:v>
                </c:pt>
                <c:pt idx="337">
                  <c:v>1959-02</c:v>
                </c:pt>
                <c:pt idx="338">
                  <c:v>1959-03</c:v>
                </c:pt>
                <c:pt idx="339">
                  <c:v>1959-04</c:v>
                </c:pt>
                <c:pt idx="340">
                  <c:v>1959-05</c:v>
                </c:pt>
                <c:pt idx="341">
                  <c:v>1959-06</c:v>
                </c:pt>
                <c:pt idx="342">
                  <c:v>1959-07</c:v>
                </c:pt>
                <c:pt idx="343">
                  <c:v>1959-08</c:v>
                </c:pt>
                <c:pt idx="344">
                  <c:v>1959-09</c:v>
                </c:pt>
                <c:pt idx="345">
                  <c:v>1959-10</c:v>
                </c:pt>
                <c:pt idx="346">
                  <c:v>1959-11</c:v>
                </c:pt>
                <c:pt idx="347">
                  <c:v>1959-12</c:v>
                </c:pt>
                <c:pt idx="348">
                  <c:v>1960-01</c:v>
                </c:pt>
                <c:pt idx="349">
                  <c:v>1960-02</c:v>
                </c:pt>
                <c:pt idx="350">
                  <c:v>1960-03</c:v>
                </c:pt>
                <c:pt idx="351">
                  <c:v>1960-04</c:v>
                </c:pt>
                <c:pt idx="352">
                  <c:v>1960-05</c:v>
                </c:pt>
                <c:pt idx="353">
                  <c:v>1960-06</c:v>
                </c:pt>
                <c:pt idx="354">
                  <c:v>1960-07</c:v>
                </c:pt>
                <c:pt idx="355">
                  <c:v>1960-08</c:v>
                </c:pt>
                <c:pt idx="356">
                  <c:v>1960-09</c:v>
                </c:pt>
                <c:pt idx="357">
                  <c:v>1960-10</c:v>
                </c:pt>
                <c:pt idx="358">
                  <c:v>1960-11</c:v>
                </c:pt>
                <c:pt idx="359">
                  <c:v>1960-12</c:v>
                </c:pt>
                <c:pt idx="360">
                  <c:v>1961-01</c:v>
                </c:pt>
                <c:pt idx="361">
                  <c:v>1961-02</c:v>
                </c:pt>
                <c:pt idx="362">
                  <c:v>1961-03</c:v>
                </c:pt>
                <c:pt idx="363">
                  <c:v>1961-04</c:v>
                </c:pt>
                <c:pt idx="364">
                  <c:v>1961-05</c:v>
                </c:pt>
                <c:pt idx="365">
                  <c:v>1961-06</c:v>
                </c:pt>
                <c:pt idx="366">
                  <c:v>1961-07</c:v>
                </c:pt>
                <c:pt idx="367">
                  <c:v>1961-08</c:v>
                </c:pt>
                <c:pt idx="368">
                  <c:v>1961-09</c:v>
                </c:pt>
                <c:pt idx="369">
                  <c:v>1961-10</c:v>
                </c:pt>
                <c:pt idx="370">
                  <c:v>1961-11</c:v>
                </c:pt>
                <c:pt idx="371">
                  <c:v>1961-12</c:v>
                </c:pt>
                <c:pt idx="372">
                  <c:v>1962-01</c:v>
                </c:pt>
                <c:pt idx="373">
                  <c:v>1962-02</c:v>
                </c:pt>
                <c:pt idx="374">
                  <c:v>1962-03</c:v>
                </c:pt>
                <c:pt idx="375">
                  <c:v>1962-04</c:v>
                </c:pt>
                <c:pt idx="376">
                  <c:v>1962-05</c:v>
                </c:pt>
                <c:pt idx="377">
                  <c:v>1962-06</c:v>
                </c:pt>
                <c:pt idx="378">
                  <c:v>1962-07</c:v>
                </c:pt>
                <c:pt idx="379">
                  <c:v>1962-08</c:v>
                </c:pt>
                <c:pt idx="380">
                  <c:v>1962-09</c:v>
                </c:pt>
                <c:pt idx="381">
                  <c:v>1962-10</c:v>
                </c:pt>
                <c:pt idx="382">
                  <c:v>1962-11</c:v>
                </c:pt>
                <c:pt idx="383">
                  <c:v>1962-12</c:v>
                </c:pt>
                <c:pt idx="384">
                  <c:v>1963-01</c:v>
                </c:pt>
                <c:pt idx="385">
                  <c:v>1963-02</c:v>
                </c:pt>
                <c:pt idx="386">
                  <c:v>1963-03</c:v>
                </c:pt>
                <c:pt idx="387">
                  <c:v>1963-04</c:v>
                </c:pt>
                <c:pt idx="388">
                  <c:v>1963-05</c:v>
                </c:pt>
                <c:pt idx="389">
                  <c:v>1963-06</c:v>
                </c:pt>
                <c:pt idx="390">
                  <c:v>1963-07</c:v>
                </c:pt>
                <c:pt idx="391">
                  <c:v>1963-08</c:v>
                </c:pt>
                <c:pt idx="392">
                  <c:v>1963-09</c:v>
                </c:pt>
                <c:pt idx="393">
                  <c:v>1963-10</c:v>
                </c:pt>
                <c:pt idx="394">
                  <c:v>1963-11</c:v>
                </c:pt>
                <c:pt idx="395">
                  <c:v>1963-12</c:v>
                </c:pt>
                <c:pt idx="396">
                  <c:v>1964-01</c:v>
                </c:pt>
                <c:pt idx="397">
                  <c:v>1964-02</c:v>
                </c:pt>
                <c:pt idx="398">
                  <c:v>1964-03</c:v>
                </c:pt>
                <c:pt idx="399">
                  <c:v>1964-04</c:v>
                </c:pt>
                <c:pt idx="400">
                  <c:v>1964-05</c:v>
                </c:pt>
                <c:pt idx="401">
                  <c:v>1964-06</c:v>
                </c:pt>
                <c:pt idx="402">
                  <c:v>1964-07</c:v>
                </c:pt>
                <c:pt idx="403">
                  <c:v>1964-08</c:v>
                </c:pt>
                <c:pt idx="404">
                  <c:v>1964-09</c:v>
                </c:pt>
                <c:pt idx="405">
                  <c:v>1964-10</c:v>
                </c:pt>
                <c:pt idx="406">
                  <c:v>1964-11</c:v>
                </c:pt>
                <c:pt idx="407">
                  <c:v>1964-12</c:v>
                </c:pt>
                <c:pt idx="408">
                  <c:v>1965-01</c:v>
                </c:pt>
                <c:pt idx="409">
                  <c:v>1965-02</c:v>
                </c:pt>
                <c:pt idx="410">
                  <c:v>1965-03</c:v>
                </c:pt>
                <c:pt idx="411">
                  <c:v>1965-04</c:v>
                </c:pt>
                <c:pt idx="412">
                  <c:v>1965-05</c:v>
                </c:pt>
                <c:pt idx="413">
                  <c:v>1965-06</c:v>
                </c:pt>
                <c:pt idx="414">
                  <c:v>1965-07</c:v>
                </c:pt>
                <c:pt idx="415">
                  <c:v>1965-08</c:v>
                </c:pt>
                <c:pt idx="416">
                  <c:v>1965-09</c:v>
                </c:pt>
                <c:pt idx="417">
                  <c:v>1965-10</c:v>
                </c:pt>
                <c:pt idx="418">
                  <c:v>1965-11</c:v>
                </c:pt>
                <c:pt idx="419">
                  <c:v>1965-12</c:v>
                </c:pt>
                <c:pt idx="420">
                  <c:v>1966-01</c:v>
                </c:pt>
                <c:pt idx="421">
                  <c:v>1966-02</c:v>
                </c:pt>
                <c:pt idx="422">
                  <c:v>1966-03</c:v>
                </c:pt>
                <c:pt idx="423">
                  <c:v>1966-04</c:v>
                </c:pt>
                <c:pt idx="424">
                  <c:v>1966-05</c:v>
                </c:pt>
                <c:pt idx="425">
                  <c:v>1966-06</c:v>
                </c:pt>
                <c:pt idx="426">
                  <c:v>1966-07</c:v>
                </c:pt>
                <c:pt idx="427">
                  <c:v>1966-08</c:v>
                </c:pt>
                <c:pt idx="428">
                  <c:v>1966-09</c:v>
                </c:pt>
                <c:pt idx="429">
                  <c:v>1966-10</c:v>
                </c:pt>
                <c:pt idx="430">
                  <c:v>1966-11</c:v>
                </c:pt>
                <c:pt idx="431">
                  <c:v>1966-12</c:v>
                </c:pt>
                <c:pt idx="432">
                  <c:v>1967-01</c:v>
                </c:pt>
                <c:pt idx="433">
                  <c:v>1967-02</c:v>
                </c:pt>
                <c:pt idx="434">
                  <c:v>1967-03</c:v>
                </c:pt>
                <c:pt idx="435">
                  <c:v>1967-04</c:v>
                </c:pt>
                <c:pt idx="436">
                  <c:v>1967-05</c:v>
                </c:pt>
                <c:pt idx="437">
                  <c:v>1967-06</c:v>
                </c:pt>
                <c:pt idx="438">
                  <c:v>1967-07</c:v>
                </c:pt>
                <c:pt idx="439">
                  <c:v>1967-08</c:v>
                </c:pt>
                <c:pt idx="440">
                  <c:v>1967-09</c:v>
                </c:pt>
                <c:pt idx="441">
                  <c:v>1967-10</c:v>
                </c:pt>
                <c:pt idx="442">
                  <c:v>1967-11</c:v>
                </c:pt>
                <c:pt idx="443">
                  <c:v>1967-12</c:v>
                </c:pt>
                <c:pt idx="444">
                  <c:v>1968-01</c:v>
                </c:pt>
                <c:pt idx="445">
                  <c:v>1968-02</c:v>
                </c:pt>
                <c:pt idx="446">
                  <c:v>1968-03</c:v>
                </c:pt>
                <c:pt idx="447">
                  <c:v>1968-04</c:v>
                </c:pt>
                <c:pt idx="448">
                  <c:v>1968-05</c:v>
                </c:pt>
                <c:pt idx="449">
                  <c:v>1968-06</c:v>
                </c:pt>
                <c:pt idx="450">
                  <c:v>1968-07</c:v>
                </c:pt>
                <c:pt idx="451">
                  <c:v>1968-08</c:v>
                </c:pt>
                <c:pt idx="452">
                  <c:v>1968-09</c:v>
                </c:pt>
                <c:pt idx="453">
                  <c:v>1968-10</c:v>
                </c:pt>
                <c:pt idx="454">
                  <c:v>1968-11</c:v>
                </c:pt>
                <c:pt idx="455">
                  <c:v>1968-12</c:v>
                </c:pt>
                <c:pt idx="456">
                  <c:v>1969-01</c:v>
                </c:pt>
                <c:pt idx="457">
                  <c:v>1969-02</c:v>
                </c:pt>
                <c:pt idx="458">
                  <c:v>1969-03</c:v>
                </c:pt>
                <c:pt idx="459">
                  <c:v>1969-04</c:v>
                </c:pt>
                <c:pt idx="460">
                  <c:v>1969-05</c:v>
                </c:pt>
                <c:pt idx="461">
                  <c:v>1969-06</c:v>
                </c:pt>
                <c:pt idx="462">
                  <c:v>1969-07</c:v>
                </c:pt>
                <c:pt idx="463">
                  <c:v>1969-08</c:v>
                </c:pt>
                <c:pt idx="464">
                  <c:v>1969-09</c:v>
                </c:pt>
                <c:pt idx="465">
                  <c:v>1969-10</c:v>
                </c:pt>
                <c:pt idx="466">
                  <c:v>1969-11</c:v>
                </c:pt>
                <c:pt idx="467">
                  <c:v>1969-12</c:v>
                </c:pt>
                <c:pt idx="468">
                  <c:v>1970-01</c:v>
                </c:pt>
                <c:pt idx="469">
                  <c:v>1970-02</c:v>
                </c:pt>
                <c:pt idx="470">
                  <c:v>1970-03</c:v>
                </c:pt>
                <c:pt idx="471">
                  <c:v>1970-04</c:v>
                </c:pt>
                <c:pt idx="472">
                  <c:v>1970-05</c:v>
                </c:pt>
                <c:pt idx="473">
                  <c:v>1970-06</c:v>
                </c:pt>
                <c:pt idx="474">
                  <c:v>1970-07</c:v>
                </c:pt>
                <c:pt idx="475">
                  <c:v>1970-08</c:v>
                </c:pt>
                <c:pt idx="476">
                  <c:v>1970-09</c:v>
                </c:pt>
                <c:pt idx="477">
                  <c:v>1970-10</c:v>
                </c:pt>
                <c:pt idx="478">
                  <c:v>1970-11</c:v>
                </c:pt>
                <c:pt idx="479">
                  <c:v>1970-12</c:v>
                </c:pt>
                <c:pt idx="480">
                  <c:v>1971-01</c:v>
                </c:pt>
                <c:pt idx="481">
                  <c:v>1971-02</c:v>
                </c:pt>
                <c:pt idx="482">
                  <c:v>1971-03</c:v>
                </c:pt>
                <c:pt idx="483">
                  <c:v>1971-04</c:v>
                </c:pt>
                <c:pt idx="484">
                  <c:v>1971-05</c:v>
                </c:pt>
                <c:pt idx="485">
                  <c:v>1971-06</c:v>
                </c:pt>
                <c:pt idx="486">
                  <c:v>1971-07</c:v>
                </c:pt>
                <c:pt idx="487">
                  <c:v>1971-08</c:v>
                </c:pt>
                <c:pt idx="488">
                  <c:v>1971-09</c:v>
                </c:pt>
                <c:pt idx="489">
                  <c:v>1971-10</c:v>
                </c:pt>
                <c:pt idx="490">
                  <c:v>1971-11</c:v>
                </c:pt>
                <c:pt idx="491">
                  <c:v>1971-12</c:v>
                </c:pt>
                <c:pt idx="492">
                  <c:v>1972-01</c:v>
                </c:pt>
                <c:pt idx="493">
                  <c:v>1972-02</c:v>
                </c:pt>
                <c:pt idx="494">
                  <c:v>1972-03</c:v>
                </c:pt>
                <c:pt idx="495">
                  <c:v>1972-04</c:v>
                </c:pt>
                <c:pt idx="496">
                  <c:v>1972-05</c:v>
                </c:pt>
                <c:pt idx="497">
                  <c:v>1972-06</c:v>
                </c:pt>
                <c:pt idx="498">
                  <c:v>1972-07</c:v>
                </c:pt>
                <c:pt idx="499">
                  <c:v>1972-08</c:v>
                </c:pt>
                <c:pt idx="500">
                  <c:v>1972-09</c:v>
                </c:pt>
                <c:pt idx="501">
                  <c:v>1972-10</c:v>
                </c:pt>
                <c:pt idx="502">
                  <c:v>1972-11</c:v>
                </c:pt>
                <c:pt idx="503">
                  <c:v>1972-12</c:v>
                </c:pt>
                <c:pt idx="504">
                  <c:v>1973-01</c:v>
                </c:pt>
                <c:pt idx="505">
                  <c:v>1973-02</c:v>
                </c:pt>
                <c:pt idx="506">
                  <c:v>1973-03</c:v>
                </c:pt>
                <c:pt idx="507">
                  <c:v>1973-04</c:v>
                </c:pt>
                <c:pt idx="508">
                  <c:v>1973-05</c:v>
                </c:pt>
                <c:pt idx="509">
                  <c:v>1973-06</c:v>
                </c:pt>
                <c:pt idx="510">
                  <c:v>1973-07</c:v>
                </c:pt>
                <c:pt idx="511">
                  <c:v>1973-08</c:v>
                </c:pt>
                <c:pt idx="512">
                  <c:v>1973-09</c:v>
                </c:pt>
                <c:pt idx="513">
                  <c:v>1973-10</c:v>
                </c:pt>
                <c:pt idx="514">
                  <c:v>1973-11</c:v>
                </c:pt>
                <c:pt idx="515">
                  <c:v>1973-12</c:v>
                </c:pt>
                <c:pt idx="516">
                  <c:v>1974-01</c:v>
                </c:pt>
                <c:pt idx="517">
                  <c:v>1974-02</c:v>
                </c:pt>
                <c:pt idx="518">
                  <c:v>1974-03</c:v>
                </c:pt>
                <c:pt idx="519">
                  <c:v>1974-04</c:v>
                </c:pt>
                <c:pt idx="520">
                  <c:v>1974-05</c:v>
                </c:pt>
                <c:pt idx="521">
                  <c:v>1974-06</c:v>
                </c:pt>
                <c:pt idx="522">
                  <c:v>1974-07</c:v>
                </c:pt>
                <c:pt idx="523">
                  <c:v>1974-08</c:v>
                </c:pt>
                <c:pt idx="524">
                  <c:v>1974-09</c:v>
                </c:pt>
                <c:pt idx="525">
                  <c:v>1974-10</c:v>
                </c:pt>
                <c:pt idx="526">
                  <c:v>1974-11</c:v>
                </c:pt>
                <c:pt idx="527">
                  <c:v>1974-12</c:v>
                </c:pt>
                <c:pt idx="528">
                  <c:v>1975-01</c:v>
                </c:pt>
                <c:pt idx="529">
                  <c:v>1975-02</c:v>
                </c:pt>
                <c:pt idx="530">
                  <c:v>1975-03</c:v>
                </c:pt>
                <c:pt idx="531">
                  <c:v>1975-04</c:v>
                </c:pt>
                <c:pt idx="532">
                  <c:v>1975-05</c:v>
                </c:pt>
                <c:pt idx="533">
                  <c:v>1975-06</c:v>
                </c:pt>
                <c:pt idx="534">
                  <c:v>1975-07</c:v>
                </c:pt>
                <c:pt idx="535">
                  <c:v>1975-08</c:v>
                </c:pt>
                <c:pt idx="536">
                  <c:v>1975-09</c:v>
                </c:pt>
                <c:pt idx="537">
                  <c:v>1975-10</c:v>
                </c:pt>
                <c:pt idx="538">
                  <c:v>1975-11</c:v>
                </c:pt>
                <c:pt idx="539">
                  <c:v>1975-12</c:v>
                </c:pt>
                <c:pt idx="540">
                  <c:v>1976-01</c:v>
                </c:pt>
                <c:pt idx="541">
                  <c:v>1976-02</c:v>
                </c:pt>
                <c:pt idx="542">
                  <c:v>1976-03</c:v>
                </c:pt>
                <c:pt idx="543">
                  <c:v>1976-04</c:v>
                </c:pt>
                <c:pt idx="544">
                  <c:v>1976-05</c:v>
                </c:pt>
                <c:pt idx="545">
                  <c:v>1976-06</c:v>
                </c:pt>
                <c:pt idx="546">
                  <c:v>1976-07</c:v>
                </c:pt>
                <c:pt idx="547">
                  <c:v>1976-08</c:v>
                </c:pt>
                <c:pt idx="548">
                  <c:v>1976-09</c:v>
                </c:pt>
                <c:pt idx="549">
                  <c:v>1976-10</c:v>
                </c:pt>
                <c:pt idx="550">
                  <c:v>1976-11</c:v>
                </c:pt>
                <c:pt idx="551">
                  <c:v>1976-12</c:v>
                </c:pt>
                <c:pt idx="552">
                  <c:v>1977-01</c:v>
                </c:pt>
                <c:pt idx="553">
                  <c:v>1977-02</c:v>
                </c:pt>
                <c:pt idx="554">
                  <c:v>1977-03</c:v>
                </c:pt>
                <c:pt idx="555">
                  <c:v>1977-04</c:v>
                </c:pt>
                <c:pt idx="556">
                  <c:v>1977-05</c:v>
                </c:pt>
                <c:pt idx="557">
                  <c:v>1977-06</c:v>
                </c:pt>
                <c:pt idx="558">
                  <c:v>1977-07</c:v>
                </c:pt>
                <c:pt idx="559">
                  <c:v>1977-08</c:v>
                </c:pt>
                <c:pt idx="560">
                  <c:v>1977-09</c:v>
                </c:pt>
                <c:pt idx="561">
                  <c:v>1977-10</c:v>
                </c:pt>
                <c:pt idx="562">
                  <c:v>1977-11</c:v>
                </c:pt>
                <c:pt idx="563">
                  <c:v>1977-12</c:v>
                </c:pt>
                <c:pt idx="564">
                  <c:v>1978-01</c:v>
                </c:pt>
                <c:pt idx="565">
                  <c:v>1978-02</c:v>
                </c:pt>
                <c:pt idx="566">
                  <c:v>1978-03</c:v>
                </c:pt>
                <c:pt idx="567">
                  <c:v>1978-04</c:v>
                </c:pt>
                <c:pt idx="568">
                  <c:v>1978-05</c:v>
                </c:pt>
                <c:pt idx="569">
                  <c:v>1978-06</c:v>
                </c:pt>
                <c:pt idx="570">
                  <c:v>1978-07</c:v>
                </c:pt>
                <c:pt idx="571">
                  <c:v>1978-08</c:v>
                </c:pt>
                <c:pt idx="572">
                  <c:v>1978-09</c:v>
                </c:pt>
                <c:pt idx="573">
                  <c:v>1978-10</c:v>
                </c:pt>
                <c:pt idx="574">
                  <c:v>1978-11</c:v>
                </c:pt>
                <c:pt idx="575">
                  <c:v>1978-12</c:v>
                </c:pt>
                <c:pt idx="576">
                  <c:v>1979-01</c:v>
                </c:pt>
                <c:pt idx="577">
                  <c:v>1979-02</c:v>
                </c:pt>
                <c:pt idx="578">
                  <c:v>1979-03</c:v>
                </c:pt>
                <c:pt idx="579">
                  <c:v>1979-04</c:v>
                </c:pt>
                <c:pt idx="580">
                  <c:v>1979-05</c:v>
                </c:pt>
                <c:pt idx="581">
                  <c:v>1979-06</c:v>
                </c:pt>
                <c:pt idx="582">
                  <c:v>1979-07</c:v>
                </c:pt>
                <c:pt idx="583">
                  <c:v>1979-08</c:v>
                </c:pt>
                <c:pt idx="584">
                  <c:v>1979-09</c:v>
                </c:pt>
                <c:pt idx="585">
                  <c:v>1979-10</c:v>
                </c:pt>
                <c:pt idx="586">
                  <c:v>1979-11</c:v>
                </c:pt>
                <c:pt idx="587">
                  <c:v>1979-12</c:v>
                </c:pt>
                <c:pt idx="588">
                  <c:v>1980-01</c:v>
                </c:pt>
                <c:pt idx="589">
                  <c:v>1980-02</c:v>
                </c:pt>
                <c:pt idx="590">
                  <c:v>1980-03</c:v>
                </c:pt>
                <c:pt idx="591">
                  <c:v>1980-04</c:v>
                </c:pt>
                <c:pt idx="592">
                  <c:v>1980-05</c:v>
                </c:pt>
                <c:pt idx="593">
                  <c:v>1980-06</c:v>
                </c:pt>
                <c:pt idx="594">
                  <c:v>1980-07</c:v>
                </c:pt>
                <c:pt idx="595">
                  <c:v>1980-08</c:v>
                </c:pt>
                <c:pt idx="596">
                  <c:v>1980-09</c:v>
                </c:pt>
                <c:pt idx="597">
                  <c:v>1980-10</c:v>
                </c:pt>
                <c:pt idx="598">
                  <c:v>1980-11</c:v>
                </c:pt>
                <c:pt idx="599">
                  <c:v>1980-12</c:v>
                </c:pt>
                <c:pt idx="600">
                  <c:v>1981-01</c:v>
                </c:pt>
                <c:pt idx="601">
                  <c:v>1981-02</c:v>
                </c:pt>
                <c:pt idx="602">
                  <c:v>1981-03</c:v>
                </c:pt>
                <c:pt idx="603">
                  <c:v>1981-04</c:v>
                </c:pt>
                <c:pt idx="604">
                  <c:v>1981-05</c:v>
                </c:pt>
                <c:pt idx="605">
                  <c:v>1981-06</c:v>
                </c:pt>
                <c:pt idx="606">
                  <c:v>1981-07</c:v>
                </c:pt>
                <c:pt idx="607">
                  <c:v>1981-08</c:v>
                </c:pt>
                <c:pt idx="608">
                  <c:v>1981-09</c:v>
                </c:pt>
                <c:pt idx="609">
                  <c:v>1981-10</c:v>
                </c:pt>
                <c:pt idx="610">
                  <c:v>1981-11</c:v>
                </c:pt>
                <c:pt idx="611">
                  <c:v>1981-12</c:v>
                </c:pt>
                <c:pt idx="612">
                  <c:v>1982-01</c:v>
                </c:pt>
                <c:pt idx="613">
                  <c:v>1982-02</c:v>
                </c:pt>
                <c:pt idx="614">
                  <c:v>1982-03</c:v>
                </c:pt>
                <c:pt idx="615">
                  <c:v>1982-04</c:v>
                </c:pt>
                <c:pt idx="616">
                  <c:v>1982-05</c:v>
                </c:pt>
                <c:pt idx="617">
                  <c:v>1982-06</c:v>
                </c:pt>
                <c:pt idx="618">
                  <c:v>1982-07</c:v>
                </c:pt>
                <c:pt idx="619">
                  <c:v>1982-08</c:v>
                </c:pt>
                <c:pt idx="620">
                  <c:v>1982-09</c:v>
                </c:pt>
                <c:pt idx="621">
                  <c:v>1982-10</c:v>
                </c:pt>
                <c:pt idx="622">
                  <c:v>1982-11</c:v>
                </c:pt>
                <c:pt idx="623">
                  <c:v>1982-12</c:v>
                </c:pt>
                <c:pt idx="624">
                  <c:v>1983-01</c:v>
                </c:pt>
                <c:pt idx="625">
                  <c:v>1983-02</c:v>
                </c:pt>
                <c:pt idx="626">
                  <c:v>1983-03</c:v>
                </c:pt>
                <c:pt idx="627">
                  <c:v>1983-04</c:v>
                </c:pt>
                <c:pt idx="628">
                  <c:v>1983-05</c:v>
                </c:pt>
                <c:pt idx="629">
                  <c:v>1983-06</c:v>
                </c:pt>
                <c:pt idx="630">
                  <c:v>1983-07</c:v>
                </c:pt>
                <c:pt idx="631">
                  <c:v>1983-08</c:v>
                </c:pt>
                <c:pt idx="632">
                  <c:v>1983-09</c:v>
                </c:pt>
                <c:pt idx="633">
                  <c:v>1983-10</c:v>
                </c:pt>
                <c:pt idx="634">
                  <c:v>1983-11</c:v>
                </c:pt>
                <c:pt idx="635">
                  <c:v>1983-12</c:v>
                </c:pt>
                <c:pt idx="636">
                  <c:v>1984-01</c:v>
                </c:pt>
                <c:pt idx="637">
                  <c:v>1984-02</c:v>
                </c:pt>
                <c:pt idx="638">
                  <c:v>1984-03</c:v>
                </c:pt>
                <c:pt idx="639">
                  <c:v>1984-04</c:v>
                </c:pt>
                <c:pt idx="640">
                  <c:v>1984-05</c:v>
                </c:pt>
                <c:pt idx="641">
                  <c:v>1984-06</c:v>
                </c:pt>
                <c:pt idx="642">
                  <c:v>1984-07</c:v>
                </c:pt>
                <c:pt idx="643">
                  <c:v>1984-08</c:v>
                </c:pt>
                <c:pt idx="644">
                  <c:v>1984-09</c:v>
                </c:pt>
                <c:pt idx="645">
                  <c:v>1984-10</c:v>
                </c:pt>
                <c:pt idx="646">
                  <c:v>1984-11</c:v>
                </c:pt>
                <c:pt idx="647">
                  <c:v>1984-12</c:v>
                </c:pt>
                <c:pt idx="648">
                  <c:v>1985-01</c:v>
                </c:pt>
                <c:pt idx="649">
                  <c:v>1985-02</c:v>
                </c:pt>
                <c:pt idx="650">
                  <c:v>1985-03</c:v>
                </c:pt>
                <c:pt idx="651">
                  <c:v>1985-04</c:v>
                </c:pt>
                <c:pt idx="652">
                  <c:v>1985-05</c:v>
                </c:pt>
                <c:pt idx="653">
                  <c:v>1985-06</c:v>
                </c:pt>
                <c:pt idx="654">
                  <c:v>1985-07</c:v>
                </c:pt>
                <c:pt idx="655">
                  <c:v>1985-08</c:v>
                </c:pt>
                <c:pt idx="656">
                  <c:v>1985-09</c:v>
                </c:pt>
                <c:pt idx="657">
                  <c:v>1985-10</c:v>
                </c:pt>
                <c:pt idx="658">
                  <c:v>1985-11</c:v>
                </c:pt>
                <c:pt idx="659">
                  <c:v>1985-12</c:v>
                </c:pt>
                <c:pt idx="660">
                  <c:v>1986-01</c:v>
                </c:pt>
                <c:pt idx="661">
                  <c:v>1986-02</c:v>
                </c:pt>
                <c:pt idx="662">
                  <c:v>1986-03</c:v>
                </c:pt>
                <c:pt idx="663">
                  <c:v>1986-04</c:v>
                </c:pt>
                <c:pt idx="664">
                  <c:v>1986-05</c:v>
                </c:pt>
                <c:pt idx="665">
                  <c:v>1986-06</c:v>
                </c:pt>
                <c:pt idx="666">
                  <c:v>1986-07</c:v>
                </c:pt>
                <c:pt idx="667">
                  <c:v>1986-08</c:v>
                </c:pt>
                <c:pt idx="668">
                  <c:v>1986-09</c:v>
                </c:pt>
                <c:pt idx="669">
                  <c:v>1986-10</c:v>
                </c:pt>
                <c:pt idx="670">
                  <c:v>1986-11</c:v>
                </c:pt>
                <c:pt idx="671">
                  <c:v>1986-12</c:v>
                </c:pt>
                <c:pt idx="672">
                  <c:v>1987-01</c:v>
                </c:pt>
                <c:pt idx="673">
                  <c:v>1987-02</c:v>
                </c:pt>
                <c:pt idx="674">
                  <c:v>1987-03</c:v>
                </c:pt>
                <c:pt idx="675">
                  <c:v>1987-04</c:v>
                </c:pt>
                <c:pt idx="676">
                  <c:v>1987-05</c:v>
                </c:pt>
                <c:pt idx="677">
                  <c:v>1987-06</c:v>
                </c:pt>
                <c:pt idx="678">
                  <c:v>1987-07</c:v>
                </c:pt>
                <c:pt idx="679">
                  <c:v>1987-08</c:v>
                </c:pt>
                <c:pt idx="680">
                  <c:v>1987-09</c:v>
                </c:pt>
                <c:pt idx="681">
                  <c:v>1987-10</c:v>
                </c:pt>
                <c:pt idx="682">
                  <c:v>1987-11</c:v>
                </c:pt>
                <c:pt idx="683">
                  <c:v>1987-12</c:v>
                </c:pt>
                <c:pt idx="684">
                  <c:v>1988-01</c:v>
                </c:pt>
                <c:pt idx="685">
                  <c:v>1988-02</c:v>
                </c:pt>
                <c:pt idx="686">
                  <c:v>1988-03</c:v>
                </c:pt>
                <c:pt idx="687">
                  <c:v>1988-04</c:v>
                </c:pt>
                <c:pt idx="688">
                  <c:v>1988-05</c:v>
                </c:pt>
                <c:pt idx="689">
                  <c:v>1988-06</c:v>
                </c:pt>
                <c:pt idx="690">
                  <c:v>1988-07</c:v>
                </c:pt>
                <c:pt idx="691">
                  <c:v>1988-08</c:v>
                </c:pt>
                <c:pt idx="692">
                  <c:v>1988-09</c:v>
                </c:pt>
                <c:pt idx="693">
                  <c:v>1988-10</c:v>
                </c:pt>
                <c:pt idx="694">
                  <c:v>1988-11</c:v>
                </c:pt>
                <c:pt idx="695">
                  <c:v>1988-12</c:v>
                </c:pt>
                <c:pt idx="696">
                  <c:v>1989-01</c:v>
                </c:pt>
                <c:pt idx="697">
                  <c:v>1989-02</c:v>
                </c:pt>
                <c:pt idx="698">
                  <c:v>1989-03</c:v>
                </c:pt>
                <c:pt idx="699">
                  <c:v>1989-04</c:v>
                </c:pt>
                <c:pt idx="700">
                  <c:v>1989-05</c:v>
                </c:pt>
                <c:pt idx="701">
                  <c:v>1989-06</c:v>
                </c:pt>
                <c:pt idx="702">
                  <c:v>1989-07</c:v>
                </c:pt>
                <c:pt idx="703">
                  <c:v>1989-08</c:v>
                </c:pt>
                <c:pt idx="704">
                  <c:v>1989-09</c:v>
                </c:pt>
                <c:pt idx="705">
                  <c:v>1989-10</c:v>
                </c:pt>
                <c:pt idx="706">
                  <c:v>1989-11</c:v>
                </c:pt>
                <c:pt idx="707">
                  <c:v>1989-12</c:v>
                </c:pt>
                <c:pt idx="708">
                  <c:v>1990-01</c:v>
                </c:pt>
                <c:pt idx="709">
                  <c:v>1990-02</c:v>
                </c:pt>
                <c:pt idx="710">
                  <c:v>1990-03</c:v>
                </c:pt>
                <c:pt idx="711">
                  <c:v>1990-04</c:v>
                </c:pt>
                <c:pt idx="712">
                  <c:v>1990-05</c:v>
                </c:pt>
                <c:pt idx="713">
                  <c:v>1990-06</c:v>
                </c:pt>
                <c:pt idx="714">
                  <c:v>1990-07</c:v>
                </c:pt>
                <c:pt idx="715">
                  <c:v>1990-08</c:v>
                </c:pt>
                <c:pt idx="716">
                  <c:v>1990-09</c:v>
                </c:pt>
                <c:pt idx="717">
                  <c:v>1990-10</c:v>
                </c:pt>
                <c:pt idx="718">
                  <c:v>1990-11</c:v>
                </c:pt>
                <c:pt idx="719">
                  <c:v>1990-12</c:v>
                </c:pt>
                <c:pt idx="720">
                  <c:v>1991-01</c:v>
                </c:pt>
                <c:pt idx="721">
                  <c:v>1991-02</c:v>
                </c:pt>
                <c:pt idx="722">
                  <c:v>1991-03</c:v>
                </c:pt>
                <c:pt idx="723">
                  <c:v>1991-04</c:v>
                </c:pt>
                <c:pt idx="724">
                  <c:v>1991-05</c:v>
                </c:pt>
                <c:pt idx="725">
                  <c:v>1991-06</c:v>
                </c:pt>
                <c:pt idx="726">
                  <c:v>1991-07</c:v>
                </c:pt>
                <c:pt idx="727">
                  <c:v>1991-08</c:v>
                </c:pt>
                <c:pt idx="728">
                  <c:v>1991-09</c:v>
                </c:pt>
                <c:pt idx="729">
                  <c:v>1991-10</c:v>
                </c:pt>
                <c:pt idx="730">
                  <c:v>1991-11</c:v>
                </c:pt>
                <c:pt idx="731">
                  <c:v>1991-12</c:v>
                </c:pt>
                <c:pt idx="732">
                  <c:v>1992-01</c:v>
                </c:pt>
                <c:pt idx="733">
                  <c:v>1992-02</c:v>
                </c:pt>
                <c:pt idx="734">
                  <c:v>1992-03</c:v>
                </c:pt>
                <c:pt idx="735">
                  <c:v>1992-04</c:v>
                </c:pt>
                <c:pt idx="736">
                  <c:v>1992-05</c:v>
                </c:pt>
                <c:pt idx="737">
                  <c:v>1992-06</c:v>
                </c:pt>
                <c:pt idx="738">
                  <c:v>1992-07</c:v>
                </c:pt>
                <c:pt idx="739">
                  <c:v>1992-08</c:v>
                </c:pt>
                <c:pt idx="740">
                  <c:v>1992-09</c:v>
                </c:pt>
                <c:pt idx="741">
                  <c:v>1992-10</c:v>
                </c:pt>
                <c:pt idx="742">
                  <c:v>1992-11</c:v>
                </c:pt>
                <c:pt idx="743">
                  <c:v>1992-12</c:v>
                </c:pt>
                <c:pt idx="744">
                  <c:v>1993-01</c:v>
                </c:pt>
                <c:pt idx="745">
                  <c:v>1993-02</c:v>
                </c:pt>
                <c:pt idx="746">
                  <c:v>1993-03</c:v>
                </c:pt>
                <c:pt idx="747">
                  <c:v>1993-04</c:v>
                </c:pt>
                <c:pt idx="748">
                  <c:v>1993-05</c:v>
                </c:pt>
                <c:pt idx="749">
                  <c:v>1993-06</c:v>
                </c:pt>
                <c:pt idx="750">
                  <c:v>1993-07</c:v>
                </c:pt>
                <c:pt idx="751">
                  <c:v>1993-08</c:v>
                </c:pt>
                <c:pt idx="752">
                  <c:v>1993-09</c:v>
                </c:pt>
                <c:pt idx="753">
                  <c:v>1993-10</c:v>
                </c:pt>
                <c:pt idx="754">
                  <c:v>1993-11</c:v>
                </c:pt>
                <c:pt idx="755">
                  <c:v>1993-12</c:v>
                </c:pt>
                <c:pt idx="756">
                  <c:v>1994-01</c:v>
                </c:pt>
                <c:pt idx="757">
                  <c:v>1994-02</c:v>
                </c:pt>
                <c:pt idx="758">
                  <c:v>1994-03</c:v>
                </c:pt>
                <c:pt idx="759">
                  <c:v>1994-04</c:v>
                </c:pt>
                <c:pt idx="760">
                  <c:v>1994-05</c:v>
                </c:pt>
                <c:pt idx="761">
                  <c:v>1994-06</c:v>
                </c:pt>
                <c:pt idx="762">
                  <c:v>1994-07</c:v>
                </c:pt>
                <c:pt idx="763">
                  <c:v>1994-08</c:v>
                </c:pt>
                <c:pt idx="764">
                  <c:v>1994-09</c:v>
                </c:pt>
                <c:pt idx="765">
                  <c:v>1994-10</c:v>
                </c:pt>
                <c:pt idx="766">
                  <c:v>1994-11</c:v>
                </c:pt>
                <c:pt idx="767">
                  <c:v>1994-12</c:v>
                </c:pt>
                <c:pt idx="768">
                  <c:v>1995-01</c:v>
                </c:pt>
                <c:pt idx="769">
                  <c:v>1995-02</c:v>
                </c:pt>
                <c:pt idx="770">
                  <c:v>1995-03</c:v>
                </c:pt>
                <c:pt idx="771">
                  <c:v>1995-04</c:v>
                </c:pt>
                <c:pt idx="772">
                  <c:v>1995-05</c:v>
                </c:pt>
                <c:pt idx="773">
                  <c:v>1995-06</c:v>
                </c:pt>
                <c:pt idx="774">
                  <c:v>1995-07</c:v>
                </c:pt>
                <c:pt idx="775">
                  <c:v>1995-08</c:v>
                </c:pt>
                <c:pt idx="776">
                  <c:v>1995-09</c:v>
                </c:pt>
                <c:pt idx="777">
                  <c:v>1995-10</c:v>
                </c:pt>
                <c:pt idx="778">
                  <c:v>1995-11</c:v>
                </c:pt>
                <c:pt idx="779">
                  <c:v>1995-12</c:v>
                </c:pt>
                <c:pt idx="780">
                  <c:v>1996-01</c:v>
                </c:pt>
                <c:pt idx="781">
                  <c:v>1996-02</c:v>
                </c:pt>
                <c:pt idx="782">
                  <c:v>1996-03</c:v>
                </c:pt>
                <c:pt idx="783">
                  <c:v>1996-04</c:v>
                </c:pt>
                <c:pt idx="784">
                  <c:v>1996-05</c:v>
                </c:pt>
                <c:pt idx="785">
                  <c:v>1996-06</c:v>
                </c:pt>
                <c:pt idx="786">
                  <c:v>1996-07</c:v>
                </c:pt>
                <c:pt idx="787">
                  <c:v>1996-08</c:v>
                </c:pt>
                <c:pt idx="788">
                  <c:v>1996-09</c:v>
                </c:pt>
                <c:pt idx="789">
                  <c:v>1996-10</c:v>
                </c:pt>
                <c:pt idx="790">
                  <c:v>1996-11</c:v>
                </c:pt>
                <c:pt idx="791">
                  <c:v>1996-12</c:v>
                </c:pt>
                <c:pt idx="792">
                  <c:v>1997-01</c:v>
                </c:pt>
                <c:pt idx="793">
                  <c:v>1997-02</c:v>
                </c:pt>
                <c:pt idx="794">
                  <c:v>1997-03</c:v>
                </c:pt>
                <c:pt idx="795">
                  <c:v>1997-04</c:v>
                </c:pt>
                <c:pt idx="796">
                  <c:v>1997-05</c:v>
                </c:pt>
                <c:pt idx="797">
                  <c:v>1997-06</c:v>
                </c:pt>
                <c:pt idx="798">
                  <c:v>1997-07</c:v>
                </c:pt>
                <c:pt idx="799">
                  <c:v>1997-08</c:v>
                </c:pt>
                <c:pt idx="800">
                  <c:v>1997-09</c:v>
                </c:pt>
                <c:pt idx="801">
                  <c:v>1997-10</c:v>
                </c:pt>
                <c:pt idx="802">
                  <c:v>1997-11</c:v>
                </c:pt>
                <c:pt idx="803">
                  <c:v>1997-12</c:v>
                </c:pt>
                <c:pt idx="804">
                  <c:v>1998-01</c:v>
                </c:pt>
                <c:pt idx="805">
                  <c:v>1998-02</c:v>
                </c:pt>
                <c:pt idx="806">
                  <c:v>1998-03</c:v>
                </c:pt>
                <c:pt idx="807">
                  <c:v>1998-04</c:v>
                </c:pt>
                <c:pt idx="808">
                  <c:v>1998-05</c:v>
                </c:pt>
                <c:pt idx="809">
                  <c:v>1998-06</c:v>
                </c:pt>
                <c:pt idx="810">
                  <c:v>1998-07</c:v>
                </c:pt>
                <c:pt idx="811">
                  <c:v>1998-08</c:v>
                </c:pt>
                <c:pt idx="812">
                  <c:v>1998-09</c:v>
                </c:pt>
                <c:pt idx="813">
                  <c:v>1998-10</c:v>
                </c:pt>
                <c:pt idx="814">
                  <c:v>1998-11</c:v>
                </c:pt>
                <c:pt idx="815">
                  <c:v>1998-12</c:v>
                </c:pt>
                <c:pt idx="816">
                  <c:v>1999-01</c:v>
                </c:pt>
                <c:pt idx="817">
                  <c:v>1999-02</c:v>
                </c:pt>
                <c:pt idx="818">
                  <c:v>1999-03</c:v>
                </c:pt>
                <c:pt idx="819">
                  <c:v>1999-04</c:v>
                </c:pt>
                <c:pt idx="820">
                  <c:v>1999-05</c:v>
                </c:pt>
                <c:pt idx="821">
                  <c:v>1999-06</c:v>
                </c:pt>
                <c:pt idx="822">
                  <c:v>1999-07</c:v>
                </c:pt>
                <c:pt idx="823">
                  <c:v>1999-08</c:v>
                </c:pt>
                <c:pt idx="824">
                  <c:v>1999-09</c:v>
                </c:pt>
                <c:pt idx="825">
                  <c:v>1999-10</c:v>
                </c:pt>
                <c:pt idx="826">
                  <c:v>1999-11</c:v>
                </c:pt>
                <c:pt idx="827">
                  <c:v>1999-12</c:v>
                </c:pt>
                <c:pt idx="828">
                  <c:v>2000-01</c:v>
                </c:pt>
                <c:pt idx="829">
                  <c:v>2000-02</c:v>
                </c:pt>
                <c:pt idx="830">
                  <c:v>2000-03</c:v>
                </c:pt>
                <c:pt idx="831">
                  <c:v>2000-04</c:v>
                </c:pt>
                <c:pt idx="832">
                  <c:v>2000-05</c:v>
                </c:pt>
                <c:pt idx="833">
                  <c:v>2000-06</c:v>
                </c:pt>
                <c:pt idx="834">
                  <c:v>2000-07</c:v>
                </c:pt>
                <c:pt idx="835">
                  <c:v>2000-08</c:v>
                </c:pt>
                <c:pt idx="836">
                  <c:v>2000-09</c:v>
                </c:pt>
                <c:pt idx="837">
                  <c:v>2000-10</c:v>
                </c:pt>
                <c:pt idx="838">
                  <c:v>2000-11</c:v>
                </c:pt>
                <c:pt idx="839">
                  <c:v>2000-12</c:v>
                </c:pt>
                <c:pt idx="840">
                  <c:v>2001-01</c:v>
                </c:pt>
                <c:pt idx="841">
                  <c:v>2001-02</c:v>
                </c:pt>
                <c:pt idx="842">
                  <c:v>2001-03</c:v>
                </c:pt>
                <c:pt idx="843">
                  <c:v>2001-04</c:v>
                </c:pt>
                <c:pt idx="844">
                  <c:v>2001-05</c:v>
                </c:pt>
                <c:pt idx="845">
                  <c:v>2001-06</c:v>
                </c:pt>
                <c:pt idx="846">
                  <c:v>2001-07</c:v>
                </c:pt>
                <c:pt idx="847">
                  <c:v>2001-08</c:v>
                </c:pt>
                <c:pt idx="848">
                  <c:v>2001-09</c:v>
                </c:pt>
                <c:pt idx="849">
                  <c:v>2001-10</c:v>
                </c:pt>
                <c:pt idx="850">
                  <c:v>2001-11</c:v>
                </c:pt>
                <c:pt idx="851">
                  <c:v>2001-12</c:v>
                </c:pt>
                <c:pt idx="852">
                  <c:v>2002-01</c:v>
                </c:pt>
                <c:pt idx="853">
                  <c:v>2002-02</c:v>
                </c:pt>
                <c:pt idx="854">
                  <c:v>2002-03</c:v>
                </c:pt>
                <c:pt idx="855">
                  <c:v>2002-04</c:v>
                </c:pt>
                <c:pt idx="856">
                  <c:v>2002-05</c:v>
                </c:pt>
                <c:pt idx="857">
                  <c:v>2002-06</c:v>
                </c:pt>
                <c:pt idx="858">
                  <c:v>2002-07</c:v>
                </c:pt>
                <c:pt idx="859">
                  <c:v>2002-08</c:v>
                </c:pt>
                <c:pt idx="860">
                  <c:v>2002-09</c:v>
                </c:pt>
                <c:pt idx="861">
                  <c:v>2002-10</c:v>
                </c:pt>
                <c:pt idx="862">
                  <c:v>2002-11</c:v>
                </c:pt>
                <c:pt idx="863">
                  <c:v>2002-12</c:v>
                </c:pt>
                <c:pt idx="864">
                  <c:v>2003-01</c:v>
                </c:pt>
                <c:pt idx="865">
                  <c:v>2003-02</c:v>
                </c:pt>
                <c:pt idx="866">
                  <c:v>2003-03</c:v>
                </c:pt>
                <c:pt idx="867">
                  <c:v>2003-04</c:v>
                </c:pt>
                <c:pt idx="868">
                  <c:v>2003-05</c:v>
                </c:pt>
                <c:pt idx="869">
                  <c:v>2003-06</c:v>
                </c:pt>
                <c:pt idx="870">
                  <c:v>2003-07</c:v>
                </c:pt>
                <c:pt idx="871">
                  <c:v>2003-08</c:v>
                </c:pt>
                <c:pt idx="872">
                  <c:v>2003-09</c:v>
                </c:pt>
                <c:pt idx="873">
                  <c:v>2003-10</c:v>
                </c:pt>
                <c:pt idx="874">
                  <c:v>2003-11</c:v>
                </c:pt>
                <c:pt idx="875">
                  <c:v>2003-12</c:v>
                </c:pt>
                <c:pt idx="876">
                  <c:v>2004-01</c:v>
                </c:pt>
                <c:pt idx="877">
                  <c:v>2004-02</c:v>
                </c:pt>
                <c:pt idx="878">
                  <c:v>2004-03</c:v>
                </c:pt>
                <c:pt idx="879">
                  <c:v>2004-04</c:v>
                </c:pt>
                <c:pt idx="880">
                  <c:v>2004-05</c:v>
                </c:pt>
                <c:pt idx="881">
                  <c:v>2004-06</c:v>
                </c:pt>
                <c:pt idx="882">
                  <c:v>2004-07</c:v>
                </c:pt>
                <c:pt idx="883">
                  <c:v>2004-08</c:v>
                </c:pt>
                <c:pt idx="884">
                  <c:v>2004-09</c:v>
                </c:pt>
                <c:pt idx="885">
                  <c:v>2004-10</c:v>
                </c:pt>
                <c:pt idx="886">
                  <c:v>2004-11</c:v>
                </c:pt>
                <c:pt idx="887">
                  <c:v>2004-12</c:v>
                </c:pt>
                <c:pt idx="888">
                  <c:v>2005-01</c:v>
                </c:pt>
                <c:pt idx="889">
                  <c:v>2005-02</c:v>
                </c:pt>
                <c:pt idx="890">
                  <c:v>2005-03</c:v>
                </c:pt>
                <c:pt idx="891">
                  <c:v>2005-04</c:v>
                </c:pt>
                <c:pt idx="892">
                  <c:v>2005-05</c:v>
                </c:pt>
                <c:pt idx="893">
                  <c:v>2005-06</c:v>
                </c:pt>
                <c:pt idx="894">
                  <c:v>2005-07</c:v>
                </c:pt>
                <c:pt idx="895">
                  <c:v>2005-08</c:v>
                </c:pt>
                <c:pt idx="896">
                  <c:v>2005-09</c:v>
                </c:pt>
                <c:pt idx="897">
                  <c:v>2005-10</c:v>
                </c:pt>
                <c:pt idx="898">
                  <c:v>2005-11</c:v>
                </c:pt>
                <c:pt idx="899">
                  <c:v>2005-12</c:v>
                </c:pt>
                <c:pt idx="900">
                  <c:v>2006-01</c:v>
                </c:pt>
                <c:pt idx="901">
                  <c:v>2006-02</c:v>
                </c:pt>
                <c:pt idx="902">
                  <c:v>2006-03</c:v>
                </c:pt>
                <c:pt idx="903">
                  <c:v>2006-04</c:v>
                </c:pt>
                <c:pt idx="904">
                  <c:v>2006-05</c:v>
                </c:pt>
                <c:pt idx="905">
                  <c:v>2006-06</c:v>
                </c:pt>
                <c:pt idx="906">
                  <c:v>2006-07</c:v>
                </c:pt>
                <c:pt idx="907">
                  <c:v>2006-08</c:v>
                </c:pt>
                <c:pt idx="908">
                  <c:v>2006-09</c:v>
                </c:pt>
                <c:pt idx="909">
                  <c:v>2006-10</c:v>
                </c:pt>
                <c:pt idx="910">
                  <c:v>2006-11</c:v>
                </c:pt>
                <c:pt idx="911">
                  <c:v>2006-12</c:v>
                </c:pt>
                <c:pt idx="912">
                  <c:v>2007-01</c:v>
                </c:pt>
                <c:pt idx="913">
                  <c:v>2007-02</c:v>
                </c:pt>
                <c:pt idx="914">
                  <c:v>2007-03</c:v>
                </c:pt>
                <c:pt idx="915">
                  <c:v>2007-04</c:v>
                </c:pt>
                <c:pt idx="916">
                  <c:v>2007-05</c:v>
                </c:pt>
                <c:pt idx="917">
                  <c:v>2007-06</c:v>
                </c:pt>
                <c:pt idx="918">
                  <c:v>2007-07</c:v>
                </c:pt>
                <c:pt idx="919">
                  <c:v>2007-08</c:v>
                </c:pt>
                <c:pt idx="920">
                  <c:v>2007-09</c:v>
                </c:pt>
                <c:pt idx="921">
                  <c:v>2007-10</c:v>
                </c:pt>
                <c:pt idx="922">
                  <c:v>2007-11</c:v>
                </c:pt>
                <c:pt idx="923">
                  <c:v>2007-12</c:v>
                </c:pt>
                <c:pt idx="924">
                  <c:v>2008-01</c:v>
                </c:pt>
                <c:pt idx="925">
                  <c:v>2008-02</c:v>
                </c:pt>
                <c:pt idx="926">
                  <c:v>2008-03</c:v>
                </c:pt>
                <c:pt idx="927">
                  <c:v>2008-04</c:v>
                </c:pt>
                <c:pt idx="928">
                  <c:v>2008-05</c:v>
                </c:pt>
                <c:pt idx="929">
                  <c:v>2008-06</c:v>
                </c:pt>
                <c:pt idx="930">
                  <c:v>2008-07</c:v>
                </c:pt>
                <c:pt idx="931">
                  <c:v>2008-08</c:v>
                </c:pt>
                <c:pt idx="932">
                  <c:v>2008-09</c:v>
                </c:pt>
                <c:pt idx="933">
                  <c:v>2008-10</c:v>
                </c:pt>
                <c:pt idx="934">
                  <c:v>2008-11</c:v>
                </c:pt>
                <c:pt idx="935">
                  <c:v>2008-12</c:v>
                </c:pt>
                <c:pt idx="936">
                  <c:v>2009-01</c:v>
                </c:pt>
                <c:pt idx="937">
                  <c:v>2009-02</c:v>
                </c:pt>
                <c:pt idx="938">
                  <c:v>2009-03</c:v>
                </c:pt>
                <c:pt idx="939">
                  <c:v>2009-04</c:v>
                </c:pt>
                <c:pt idx="940">
                  <c:v>2009-05</c:v>
                </c:pt>
                <c:pt idx="941">
                  <c:v>2009-06</c:v>
                </c:pt>
                <c:pt idx="942">
                  <c:v>2009-07</c:v>
                </c:pt>
                <c:pt idx="943">
                  <c:v>2009-08</c:v>
                </c:pt>
                <c:pt idx="944">
                  <c:v>2009-09</c:v>
                </c:pt>
                <c:pt idx="945">
                  <c:v>2009-10</c:v>
                </c:pt>
                <c:pt idx="946">
                  <c:v>2009-11</c:v>
                </c:pt>
                <c:pt idx="947">
                  <c:v>2009-12</c:v>
                </c:pt>
                <c:pt idx="948">
                  <c:v>2010-01</c:v>
                </c:pt>
                <c:pt idx="949">
                  <c:v>2010-02</c:v>
                </c:pt>
                <c:pt idx="950">
                  <c:v>2010-03</c:v>
                </c:pt>
                <c:pt idx="951">
                  <c:v>2010-04</c:v>
                </c:pt>
                <c:pt idx="952">
                  <c:v>2010-05</c:v>
                </c:pt>
                <c:pt idx="953">
                  <c:v>2010-06</c:v>
                </c:pt>
                <c:pt idx="954">
                  <c:v>2010-07</c:v>
                </c:pt>
                <c:pt idx="955">
                  <c:v>2010-08</c:v>
                </c:pt>
                <c:pt idx="956">
                  <c:v>2010-09</c:v>
                </c:pt>
                <c:pt idx="957">
                  <c:v>2010-10</c:v>
                </c:pt>
                <c:pt idx="958">
                  <c:v>2010-11</c:v>
                </c:pt>
                <c:pt idx="959">
                  <c:v>2010-12</c:v>
                </c:pt>
                <c:pt idx="960">
                  <c:v>2011-01</c:v>
                </c:pt>
                <c:pt idx="961">
                  <c:v>2011-02</c:v>
                </c:pt>
                <c:pt idx="962">
                  <c:v>2011-03</c:v>
                </c:pt>
                <c:pt idx="963">
                  <c:v>2011-04</c:v>
                </c:pt>
                <c:pt idx="964">
                  <c:v>2011-05</c:v>
                </c:pt>
                <c:pt idx="965">
                  <c:v>2011-06</c:v>
                </c:pt>
                <c:pt idx="966">
                  <c:v>2011-07</c:v>
                </c:pt>
                <c:pt idx="967">
                  <c:v>2011-08</c:v>
                </c:pt>
                <c:pt idx="968">
                  <c:v>2011-09</c:v>
                </c:pt>
                <c:pt idx="969">
                  <c:v>2011-10</c:v>
                </c:pt>
                <c:pt idx="970">
                  <c:v>2011-11</c:v>
                </c:pt>
                <c:pt idx="971">
                  <c:v>2011-12</c:v>
                </c:pt>
                <c:pt idx="972">
                  <c:v>2012-01</c:v>
                </c:pt>
                <c:pt idx="973">
                  <c:v>2012-02</c:v>
                </c:pt>
                <c:pt idx="974">
                  <c:v>2012-03</c:v>
                </c:pt>
                <c:pt idx="975">
                  <c:v>2012-04</c:v>
                </c:pt>
                <c:pt idx="976">
                  <c:v>2012-05</c:v>
                </c:pt>
                <c:pt idx="977">
                  <c:v>2012-06</c:v>
                </c:pt>
                <c:pt idx="978">
                  <c:v>2012-07</c:v>
                </c:pt>
                <c:pt idx="979">
                  <c:v>2012-08</c:v>
                </c:pt>
                <c:pt idx="980">
                  <c:v>2012-09</c:v>
                </c:pt>
                <c:pt idx="981">
                  <c:v>2012-10</c:v>
                </c:pt>
                <c:pt idx="982">
                  <c:v>2012-11</c:v>
                </c:pt>
                <c:pt idx="983">
                  <c:v>2012-12</c:v>
                </c:pt>
                <c:pt idx="984">
                  <c:v>2013-01</c:v>
                </c:pt>
                <c:pt idx="985">
                  <c:v>2013-02</c:v>
                </c:pt>
                <c:pt idx="986">
                  <c:v>2013-03</c:v>
                </c:pt>
                <c:pt idx="987">
                  <c:v>2013-04</c:v>
                </c:pt>
                <c:pt idx="988">
                  <c:v>2013-05</c:v>
                </c:pt>
                <c:pt idx="989">
                  <c:v>2013-06</c:v>
                </c:pt>
                <c:pt idx="990">
                  <c:v>2013-07</c:v>
                </c:pt>
                <c:pt idx="991">
                  <c:v>2013-08</c:v>
                </c:pt>
                <c:pt idx="992">
                  <c:v>2013-09</c:v>
                </c:pt>
                <c:pt idx="993">
                  <c:v>2013-10</c:v>
                </c:pt>
                <c:pt idx="994">
                  <c:v>2013-11</c:v>
                </c:pt>
                <c:pt idx="995">
                  <c:v>2013-12</c:v>
                </c:pt>
                <c:pt idx="996">
                  <c:v>2014-01</c:v>
                </c:pt>
                <c:pt idx="997">
                  <c:v>2014-02</c:v>
                </c:pt>
                <c:pt idx="998">
                  <c:v>2014-03</c:v>
                </c:pt>
                <c:pt idx="999">
                  <c:v>2014-04</c:v>
                </c:pt>
                <c:pt idx="1000">
                  <c:v>2014-05</c:v>
                </c:pt>
                <c:pt idx="1001">
                  <c:v>2014-06</c:v>
                </c:pt>
                <c:pt idx="1002">
                  <c:v>2014-07</c:v>
                </c:pt>
                <c:pt idx="1003">
                  <c:v>2014-08</c:v>
                </c:pt>
                <c:pt idx="1004">
                  <c:v>2014-09</c:v>
                </c:pt>
                <c:pt idx="1005">
                  <c:v>2014-10</c:v>
                </c:pt>
                <c:pt idx="1006">
                  <c:v>2014-11</c:v>
                </c:pt>
                <c:pt idx="1007">
                  <c:v>2014-12</c:v>
                </c:pt>
                <c:pt idx="1008">
                  <c:v>2015-01</c:v>
                </c:pt>
                <c:pt idx="1009">
                  <c:v>2015-02</c:v>
                </c:pt>
                <c:pt idx="1010">
                  <c:v>2015-03</c:v>
                </c:pt>
                <c:pt idx="1011">
                  <c:v>2015-04</c:v>
                </c:pt>
                <c:pt idx="1012">
                  <c:v>2015-05</c:v>
                </c:pt>
                <c:pt idx="1013">
                  <c:v>2015-06</c:v>
                </c:pt>
                <c:pt idx="1014">
                  <c:v>2015-07</c:v>
                </c:pt>
                <c:pt idx="1015">
                  <c:v>2015-08</c:v>
                </c:pt>
                <c:pt idx="1016">
                  <c:v>2015-09</c:v>
                </c:pt>
                <c:pt idx="1017">
                  <c:v>2015-10</c:v>
                </c:pt>
                <c:pt idx="1018">
                  <c:v>2015-11</c:v>
                </c:pt>
                <c:pt idx="1019">
                  <c:v>2015-12</c:v>
                </c:pt>
                <c:pt idx="1020">
                  <c:v>2016-01</c:v>
                </c:pt>
                <c:pt idx="1021">
                  <c:v>2016-02</c:v>
                </c:pt>
                <c:pt idx="1022">
                  <c:v>2016-03</c:v>
                </c:pt>
                <c:pt idx="1023">
                  <c:v>2016-04</c:v>
                </c:pt>
                <c:pt idx="1024">
                  <c:v>2016-05</c:v>
                </c:pt>
                <c:pt idx="1025">
                  <c:v>2016-06</c:v>
                </c:pt>
                <c:pt idx="1026">
                  <c:v>2016-07</c:v>
                </c:pt>
                <c:pt idx="1027">
                  <c:v>2016-08</c:v>
                </c:pt>
                <c:pt idx="1028">
                  <c:v>2016-09</c:v>
                </c:pt>
                <c:pt idx="1029">
                  <c:v>2016-10</c:v>
                </c:pt>
                <c:pt idx="1030">
                  <c:v>2016-11</c:v>
                </c:pt>
                <c:pt idx="1031">
                  <c:v>2016-12</c:v>
                </c:pt>
              </c:strCache>
            </c:strRef>
          </c:cat>
          <c:val>
            <c:numRef>
              <c:f>'Chart Data'!$B$2:$B$1033</c:f>
              <c:numCache>
                <c:formatCode>0</c:formatCode>
                <c:ptCount val="1032"/>
                <c:pt idx="0">
                  <c:v>9197</c:v>
                </c:pt>
                <c:pt idx="1">
                  <c:v>15421</c:v>
                </c:pt>
                <c:pt idx="2">
                  <c:v>14703</c:v>
                </c:pt>
                <c:pt idx="3">
                  <c:v>11289</c:v>
                </c:pt>
                <c:pt idx="4">
                  <c:v>6734</c:v>
                </c:pt>
                <c:pt idx="5">
                  <c:v>4738</c:v>
                </c:pt>
                <c:pt idx="6">
                  <c:v>4104</c:v>
                </c:pt>
                <c:pt idx="7">
                  <c:v>3476</c:v>
                </c:pt>
                <c:pt idx="8">
                  <c:v>3565</c:v>
                </c:pt>
                <c:pt idx="9">
                  <c:v>3535</c:v>
                </c:pt>
                <c:pt idx="10">
                  <c:v>3818</c:v>
                </c:pt>
                <c:pt idx="11">
                  <c:v>5396</c:v>
                </c:pt>
                <c:pt idx="12">
                  <c:v>9091</c:v>
                </c:pt>
                <c:pt idx="13">
                  <c:v>10029</c:v>
                </c:pt>
                <c:pt idx="14">
                  <c:v>7994</c:v>
                </c:pt>
                <c:pt idx="15">
                  <c:v>5323</c:v>
                </c:pt>
                <c:pt idx="16">
                  <c:v>3983</c:v>
                </c:pt>
                <c:pt idx="17">
                  <c:v>3656</c:v>
                </c:pt>
                <c:pt idx="18">
                  <c:v>3039</c:v>
                </c:pt>
                <c:pt idx="19">
                  <c:v>2497</c:v>
                </c:pt>
                <c:pt idx="20">
                  <c:v>2250</c:v>
                </c:pt>
                <c:pt idx="21">
                  <c:v>3085</c:v>
                </c:pt>
                <c:pt idx="22">
                  <c:v>3597</c:v>
                </c:pt>
                <c:pt idx="23">
                  <c:v>7229</c:v>
                </c:pt>
                <c:pt idx="24">
                  <c:v>10536</c:v>
                </c:pt>
                <c:pt idx="25">
                  <c:v>8048</c:v>
                </c:pt>
                <c:pt idx="26">
                  <c:v>6307</c:v>
                </c:pt>
                <c:pt idx="27">
                  <c:v>5720</c:v>
                </c:pt>
                <c:pt idx="28">
                  <c:v>3924</c:v>
                </c:pt>
                <c:pt idx="29">
                  <c:v>3139</c:v>
                </c:pt>
                <c:pt idx="30">
                  <c:v>2861</c:v>
                </c:pt>
                <c:pt idx="31">
                  <c:v>2452</c:v>
                </c:pt>
                <c:pt idx="32">
                  <c:v>2300</c:v>
                </c:pt>
                <c:pt idx="33">
                  <c:v>2776</c:v>
                </c:pt>
                <c:pt idx="34">
                  <c:v>2757</c:v>
                </c:pt>
                <c:pt idx="35">
                  <c:v>5266</c:v>
                </c:pt>
                <c:pt idx="36">
                  <c:v>7117</c:v>
                </c:pt>
                <c:pt idx="37">
                  <c:v>5069</c:v>
                </c:pt>
                <c:pt idx="38">
                  <c:v>5184</c:v>
                </c:pt>
                <c:pt idx="39">
                  <c:v>3979</c:v>
                </c:pt>
                <c:pt idx="40">
                  <c:v>3004</c:v>
                </c:pt>
                <c:pt idx="41">
                  <c:v>2073</c:v>
                </c:pt>
                <c:pt idx="42">
                  <c:v>1840</c:v>
                </c:pt>
                <c:pt idx="43">
                  <c:v>1591</c:v>
                </c:pt>
                <c:pt idx="44">
                  <c:v>1834</c:v>
                </c:pt>
                <c:pt idx="45">
                  <c:v>2117</c:v>
                </c:pt>
                <c:pt idx="46">
                  <c:v>2153</c:v>
                </c:pt>
                <c:pt idx="47">
                  <c:v>4462</c:v>
                </c:pt>
                <c:pt idx="48">
                  <c:v>9354</c:v>
                </c:pt>
                <c:pt idx="49">
                  <c:v>11981</c:v>
                </c:pt>
                <c:pt idx="50">
                  <c:v>9842</c:v>
                </c:pt>
                <c:pt idx="51">
                  <c:v>9441</c:v>
                </c:pt>
                <c:pt idx="52">
                  <c:v>6044</c:v>
                </c:pt>
                <c:pt idx="53">
                  <c:v>4085</c:v>
                </c:pt>
                <c:pt idx="54">
                  <c:v>3155</c:v>
                </c:pt>
                <c:pt idx="55">
                  <c:v>2839</c:v>
                </c:pt>
                <c:pt idx="56">
                  <c:v>2160</c:v>
                </c:pt>
                <c:pt idx="57">
                  <c:v>3253</c:v>
                </c:pt>
                <c:pt idx="58">
                  <c:v>3165</c:v>
                </c:pt>
                <c:pt idx="59">
                  <c:v>4467</c:v>
                </c:pt>
                <c:pt idx="60">
                  <c:v>4486</c:v>
                </c:pt>
                <c:pt idx="61">
                  <c:v>3386</c:v>
                </c:pt>
                <c:pt idx="62">
                  <c:v>8973</c:v>
                </c:pt>
                <c:pt idx="63">
                  <c:v>5997</c:v>
                </c:pt>
                <c:pt idx="64">
                  <c:v>4024</c:v>
                </c:pt>
                <c:pt idx="65">
                  <c:v>2811</c:v>
                </c:pt>
                <c:pt idx="66">
                  <c:v>2465</c:v>
                </c:pt>
                <c:pt idx="67">
                  <c:v>2102</c:v>
                </c:pt>
                <c:pt idx="68">
                  <c:v>2177</c:v>
                </c:pt>
                <c:pt idx="69">
                  <c:v>2025</c:v>
                </c:pt>
                <c:pt idx="70">
                  <c:v>2720</c:v>
                </c:pt>
                <c:pt idx="71">
                  <c:v>5151</c:v>
                </c:pt>
                <c:pt idx="72">
                  <c:v>9463</c:v>
                </c:pt>
                <c:pt idx="73">
                  <c:v>5683</c:v>
                </c:pt>
                <c:pt idx="74">
                  <c:v>5283</c:v>
                </c:pt>
                <c:pt idx="75">
                  <c:v>4928</c:v>
                </c:pt>
                <c:pt idx="76">
                  <c:v>3898</c:v>
                </c:pt>
                <c:pt idx="77">
                  <c:v>3340</c:v>
                </c:pt>
                <c:pt idx="78">
                  <c:v>2526</c:v>
                </c:pt>
                <c:pt idx="79">
                  <c:v>2074</c:v>
                </c:pt>
                <c:pt idx="80">
                  <c:v>1888</c:v>
                </c:pt>
                <c:pt idx="81">
                  <c:v>2801</c:v>
                </c:pt>
                <c:pt idx="82">
                  <c:v>4398</c:v>
                </c:pt>
                <c:pt idx="83">
                  <c:v>8406</c:v>
                </c:pt>
                <c:pt idx="84">
                  <c:v>9301</c:v>
                </c:pt>
                <c:pt idx="85">
                  <c:v>7050</c:v>
                </c:pt>
                <c:pt idx="86">
                  <c:v>6633</c:v>
                </c:pt>
                <c:pt idx="87">
                  <c:v>4861</c:v>
                </c:pt>
                <c:pt idx="88">
                  <c:v>3652</c:v>
                </c:pt>
                <c:pt idx="89">
                  <c:v>2981</c:v>
                </c:pt>
                <c:pt idx="90">
                  <c:v>2582</c:v>
                </c:pt>
                <c:pt idx="91">
                  <c:v>2154</c:v>
                </c:pt>
                <c:pt idx="92">
                  <c:v>1994</c:v>
                </c:pt>
                <c:pt idx="93">
                  <c:v>2623</c:v>
                </c:pt>
                <c:pt idx="94">
                  <c:v>3498</c:v>
                </c:pt>
                <c:pt idx="95">
                  <c:v>6641</c:v>
                </c:pt>
                <c:pt idx="96">
                  <c:v>9391</c:v>
                </c:pt>
                <c:pt idx="97">
                  <c:v>9864</c:v>
                </c:pt>
                <c:pt idx="98">
                  <c:v>5026</c:v>
                </c:pt>
                <c:pt idx="99">
                  <c:v>4359</c:v>
                </c:pt>
                <c:pt idx="100">
                  <c:v>3563</c:v>
                </c:pt>
                <c:pt idx="101">
                  <c:v>3011</c:v>
                </c:pt>
                <c:pt idx="102">
                  <c:v>2397</c:v>
                </c:pt>
                <c:pt idx="103">
                  <c:v>2125</c:v>
                </c:pt>
                <c:pt idx="104">
                  <c:v>1839</c:v>
                </c:pt>
                <c:pt idx="105">
                  <c:v>1958</c:v>
                </c:pt>
                <c:pt idx="106">
                  <c:v>3029</c:v>
                </c:pt>
                <c:pt idx="107">
                  <c:v>4872</c:v>
                </c:pt>
                <c:pt idx="108">
                  <c:v>8488</c:v>
                </c:pt>
                <c:pt idx="109">
                  <c:v>11954</c:v>
                </c:pt>
                <c:pt idx="110">
                  <c:v>10487</c:v>
                </c:pt>
                <c:pt idx="111">
                  <c:v>5795</c:v>
                </c:pt>
                <c:pt idx="112">
                  <c:v>4382</c:v>
                </c:pt>
                <c:pt idx="113">
                  <c:v>3321</c:v>
                </c:pt>
                <c:pt idx="114">
                  <c:v>2677</c:v>
                </c:pt>
                <c:pt idx="115">
                  <c:v>2174</c:v>
                </c:pt>
                <c:pt idx="116">
                  <c:v>1869</c:v>
                </c:pt>
                <c:pt idx="117">
                  <c:v>2171</c:v>
                </c:pt>
                <c:pt idx="118">
                  <c:v>4784</c:v>
                </c:pt>
                <c:pt idx="119">
                  <c:v>5165</c:v>
                </c:pt>
                <c:pt idx="120">
                  <c:v>8433</c:v>
                </c:pt>
                <c:pt idx="121">
                  <c:v>5443</c:v>
                </c:pt>
                <c:pt idx="122">
                  <c:v>4700</c:v>
                </c:pt>
                <c:pt idx="123">
                  <c:v>4985</c:v>
                </c:pt>
                <c:pt idx="124">
                  <c:v>2888</c:v>
                </c:pt>
                <c:pt idx="125">
                  <c:v>2456</c:v>
                </c:pt>
                <c:pt idx="126">
                  <c:v>2229</c:v>
                </c:pt>
                <c:pt idx="127">
                  <c:v>1813</c:v>
                </c:pt>
                <c:pt idx="128">
                  <c:v>2144</c:v>
                </c:pt>
                <c:pt idx="129">
                  <c:v>2563</c:v>
                </c:pt>
                <c:pt idx="130">
                  <c:v>3371</c:v>
                </c:pt>
                <c:pt idx="131">
                  <c:v>5251</c:v>
                </c:pt>
                <c:pt idx="132">
                  <c:v>6827</c:v>
                </c:pt>
                <c:pt idx="133">
                  <c:v>6617</c:v>
                </c:pt>
                <c:pt idx="134">
                  <c:v>10644</c:v>
                </c:pt>
                <c:pt idx="135">
                  <c:v>6799</c:v>
                </c:pt>
                <c:pt idx="136">
                  <c:v>4314</c:v>
                </c:pt>
                <c:pt idx="137">
                  <c:v>4902</c:v>
                </c:pt>
                <c:pt idx="138">
                  <c:v>3495</c:v>
                </c:pt>
                <c:pt idx="139">
                  <c:v>2389</c:v>
                </c:pt>
                <c:pt idx="140">
                  <c:v>2210</c:v>
                </c:pt>
                <c:pt idx="141">
                  <c:v>2357</c:v>
                </c:pt>
                <c:pt idx="142">
                  <c:v>3924</c:v>
                </c:pt>
                <c:pt idx="143">
                  <c:v>5723</c:v>
                </c:pt>
                <c:pt idx="144">
                  <c:v>13296</c:v>
                </c:pt>
                <c:pt idx="145">
                  <c:v>12634</c:v>
                </c:pt>
                <c:pt idx="146">
                  <c:v>11344</c:v>
                </c:pt>
                <c:pt idx="147">
                  <c:v>6594</c:v>
                </c:pt>
                <c:pt idx="148">
                  <c:v>4355</c:v>
                </c:pt>
                <c:pt idx="149">
                  <c:v>3829</c:v>
                </c:pt>
                <c:pt idx="150">
                  <c:v>3158</c:v>
                </c:pt>
                <c:pt idx="151">
                  <c:v>2521</c:v>
                </c:pt>
                <c:pt idx="152">
                  <c:v>2321</c:v>
                </c:pt>
                <c:pt idx="153">
                  <c:v>3299</c:v>
                </c:pt>
                <c:pt idx="154">
                  <c:v>4785</c:v>
                </c:pt>
                <c:pt idx="155">
                  <c:v>5223</c:v>
                </c:pt>
                <c:pt idx="156">
                  <c:v>5053</c:v>
                </c:pt>
                <c:pt idx="157">
                  <c:v>7476</c:v>
                </c:pt>
                <c:pt idx="158">
                  <c:v>7916</c:v>
                </c:pt>
                <c:pt idx="159">
                  <c:v>5166</c:v>
                </c:pt>
                <c:pt idx="160">
                  <c:v>3852</c:v>
                </c:pt>
                <c:pt idx="161">
                  <c:v>2849</c:v>
                </c:pt>
                <c:pt idx="162">
                  <c:v>2455</c:v>
                </c:pt>
                <c:pt idx="163">
                  <c:v>2054</c:v>
                </c:pt>
                <c:pt idx="164">
                  <c:v>1769</c:v>
                </c:pt>
                <c:pt idx="165">
                  <c:v>1888</c:v>
                </c:pt>
                <c:pt idx="166">
                  <c:v>3554</c:v>
                </c:pt>
                <c:pt idx="167">
                  <c:v>3941</c:v>
                </c:pt>
                <c:pt idx="168">
                  <c:v>5258</c:v>
                </c:pt>
                <c:pt idx="169">
                  <c:v>11516</c:v>
                </c:pt>
                <c:pt idx="170">
                  <c:v>9622</c:v>
                </c:pt>
                <c:pt idx="171">
                  <c:v>10248</c:v>
                </c:pt>
                <c:pt idx="172">
                  <c:v>5421</c:v>
                </c:pt>
                <c:pt idx="173">
                  <c:v>3887</c:v>
                </c:pt>
                <c:pt idx="174">
                  <c:v>3365</c:v>
                </c:pt>
                <c:pt idx="175">
                  <c:v>2605</c:v>
                </c:pt>
                <c:pt idx="176">
                  <c:v>2200</c:v>
                </c:pt>
                <c:pt idx="177">
                  <c:v>2630</c:v>
                </c:pt>
                <c:pt idx="178">
                  <c:v>4376</c:v>
                </c:pt>
                <c:pt idx="179">
                  <c:v>9832</c:v>
                </c:pt>
                <c:pt idx="180">
                  <c:v>13775</c:v>
                </c:pt>
                <c:pt idx="181">
                  <c:v>9087</c:v>
                </c:pt>
                <c:pt idx="182">
                  <c:v>10869</c:v>
                </c:pt>
                <c:pt idx="183">
                  <c:v>7517</c:v>
                </c:pt>
                <c:pt idx="184">
                  <c:v>4925</c:v>
                </c:pt>
                <c:pt idx="185">
                  <c:v>3784</c:v>
                </c:pt>
                <c:pt idx="186">
                  <c:v>3519</c:v>
                </c:pt>
                <c:pt idx="187">
                  <c:v>2831</c:v>
                </c:pt>
                <c:pt idx="188">
                  <c:v>2452</c:v>
                </c:pt>
                <c:pt idx="189">
                  <c:v>2737</c:v>
                </c:pt>
                <c:pt idx="190">
                  <c:v>3314</c:v>
                </c:pt>
                <c:pt idx="191">
                  <c:v>4667</c:v>
                </c:pt>
                <c:pt idx="192">
                  <c:v>7457</c:v>
                </c:pt>
                <c:pt idx="193">
                  <c:v>8889</c:v>
                </c:pt>
                <c:pt idx="194">
                  <c:v>15429</c:v>
                </c:pt>
                <c:pt idx="195">
                  <c:v>9875</c:v>
                </c:pt>
                <c:pt idx="196">
                  <c:v>5485</c:v>
                </c:pt>
                <c:pt idx="197">
                  <c:v>4096</c:v>
                </c:pt>
                <c:pt idx="198">
                  <c:v>3508</c:v>
                </c:pt>
                <c:pt idx="199">
                  <c:v>2926</c:v>
                </c:pt>
                <c:pt idx="200">
                  <c:v>2988</c:v>
                </c:pt>
                <c:pt idx="201">
                  <c:v>2944</c:v>
                </c:pt>
                <c:pt idx="202">
                  <c:v>2949</c:v>
                </c:pt>
                <c:pt idx="203">
                  <c:v>6300</c:v>
                </c:pt>
                <c:pt idx="204">
                  <c:v>8764</c:v>
                </c:pt>
                <c:pt idx="205">
                  <c:v>8985</c:v>
                </c:pt>
                <c:pt idx="206">
                  <c:v>9859</c:v>
                </c:pt>
                <c:pt idx="207">
                  <c:v>6907</c:v>
                </c:pt>
                <c:pt idx="208">
                  <c:v>3878</c:v>
                </c:pt>
                <c:pt idx="209">
                  <c:v>3672</c:v>
                </c:pt>
                <c:pt idx="210">
                  <c:v>2757</c:v>
                </c:pt>
                <c:pt idx="211">
                  <c:v>2445</c:v>
                </c:pt>
                <c:pt idx="212">
                  <c:v>2106</c:v>
                </c:pt>
                <c:pt idx="213">
                  <c:v>2174</c:v>
                </c:pt>
                <c:pt idx="214">
                  <c:v>2676</c:v>
                </c:pt>
                <c:pt idx="215">
                  <c:v>6258</c:v>
                </c:pt>
                <c:pt idx="216">
                  <c:v>7471</c:v>
                </c:pt>
                <c:pt idx="217">
                  <c:v>11531</c:v>
                </c:pt>
                <c:pt idx="218">
                  <c:v>9277</c:v>
                </c:pt>
                <c:pt idx="219">
                  <c:v>6047</c:v>
                </c:pt>
                <c:pt idx="220">
                  <c:v>4403</c:v>
                </c:pt>
                <c:pt idx="221">
                  <c:v>3417</c:v>
                </c:pt>
                <c:pt idx="222">
                  <c:v>2930</c:v>
                </c:pt>
                <c:pt idx="223">
                  <c:v>2488</c:v>
                </c:pt>
                <c:pt idx="224">
                  <c:v>2137</c:v>
                </c:pt>
                <c:pt idx="225">
                  <c:v>2588</c:v>
                </c:pt>
                <c:pt idx="226">
                  <c:v>3687</c:v>
                </c:pt>
                <c:pt idx="227">
                  <c:v>5233</c:v>
                </c:pt>
                <c:pt idx="228">
                  <c:v>6687</c:v>
                </c:pt>
                <c:pt idx="229">
                  <c:v>11176</c:v>
                </c:pt>
                <c:pt idx="230">
                  <c:v>9200</c:v>
                </c:pt>
                <c:pt idx="231">
                  <c:v>6555</c:v>
                </c:pt>
                <c:pt idx="232">
                  <c:v>4390</c:v>
                </c:pt>
                <c:pt idx="233">
                  <c:v>3370</c:v>
                </c:pt>
                <c:pt idx="234">
                  <c:v>2827</c:v>
                </c:pt>
                <c:pt idx="235">
                  <c:v>2326</c:v>
                </c:pt>
                <c:pt idx="236">
                  <c:v>1982</c:v>
                </c:pt>
                <c:pt idx="237">
                  <c:v>2679</c:v>
                </c:pt>
                <c:pt idx="238">
                  <c:v>5195</c:v>
                </c:pt>
                <c:pt idx="239">
                  <c:v>7698</c:v>
                </c:pt>
                <c:pt idx="240">
                  <c:v>9635</c:v>
                </c:pt>
                <c:pt idx="241">
                  <c:v>11675</c:v>
                </c:pt>
                <c:pt idx="242">
                  <c:v>10182</c:v>
                </c:pt>
                <c:pt idx="243">
                  <c:v>7677</c:v>
                </c:pt>
                <c:pt idx="244">
                  <c:v>4777</c:v>
                </c:pt>
                <c:pt idx="245">
                  <c:v>3889</c:v>
                </c:pt>
                <c:pt idx="246">
                  <c:v>3196</c:v>
                </c:pt>
                <c:pt idx="247">
                  <c:v>2739</c:v>
                </c:pt>
                <c:pt idx="248">
                  <c:v>2275</c:v>
                </c:pt>
                <c:pt idx="249">
                  <c:v>2401</c:v>
                </c:pt>
                <c:pt idx="250">
                  <c:v>2397</c:v>
                </c:pt>
                <c:pt idx="251">
                  <c:v>3710</c:v>
                </c:pt>
                <c:pt idx="252">
                  <c:v>5359</c:v>
                </c:pt>
                <c:pt idx="253">
                  <c:v>8668</c:v>
                </c:pt>
                <c:pt idx="254">
                  <c:v>13701</c:v>
                </c:pt>
                <c:pt idx="255">
                  <c:v>7360</c:v>
                </c:pt>
                <c:pt idx="256">
                  <c:v>4449</c:v>
                </c:pt>
                <c:pt idx="257">
                  <c:v>3764</c:v>
                </c:pt>
                <c:pt idx="258">
                  <c:v>3127</c:v>
                </c:pt>
                <c:pt idx="259">
                  <c:v>2501</c:v>
                </c:pt>
                <c:pt idx="260">
                  <c:v>2275</c:v>
                </c:pt>
                <c:pt idx="261">
                  <c:v>2486</c:v>
                </c:pt>
                <c:pt idx="262">
                  <c:v>3560</c:v>
                </c:pt>
                <c:pt idx="263">
                  <c:v>4213</c:v>
                </c:pt>
                <c:pt idx="264">
                  <c:v>3650</c:v>
                </c:pt>
                <c:pt idx="265">
                  <c:v>3562</c:v>
                </c:pt>
                <c:pt idx="266">
                  <c:v>5262</c:v>
                </c:pt>
                <c:pt idx="267">
                  <c:v>6034</c:v>
                </c:pt>
                <c:pt idx="268">
                  <c:v>3495</c:v>
                </c:pt>
                <c:pt idx="269">
                  <c:v>2607</c:v>
                </c:pt>
                <c:pt idx="270">
                  <c:v>2276</c:v>
                </c:pt>
                <c:pt idx="271">
                  <c:v>1932</c:v>
                </c:pt>
                <c:pt idx="272">
                  <c:v>1959</c:v>
                </c:pt>
                <c:pt idx="273">
                  <c:v>2657</c:v>
                </c:pt>
                <c:pt idx="274">
                  <c:v>3136</c:v>
                </c:pt>
                <c:pt idx="275">
                  <c:v>5117</c:v>
                </c:pt>
                <c:pt idx="276">
                  <c:v>4162</c:v>
                </c:pt>
                <c:pt idx="277">
                  <c:v>7030</c:v>
                </c:pt>
                <c:pt idx="278">
                  <c:v>4114</c:v>
                </c:pt>
                <c:pt idx="279">
                  <c:v>3576</c:v>
                </c:pt>
                <c:pt idx="280">
                  <c:v>3207</c:v>
                </c:pt>
                <c:pt idx="281">
                  <c:v>2673</c:v>
                </c:pt>
                <c:pt idx="282">
                  <c:v>1994</c:v>
                </c:pt>
                <c:pt idx="283">
                  <c:v>1683</c:v>
                </c:pt>
                <c:pt idx="284">
                  <c:v>1455</c:v>
                </c:pt>
                <c:pt idx="285">
                  <c:v>1482</c:v>
                </c:pt>
                <c:pt idx="286">
                  <c:v>2337</c:v>
                </c:pt>
                <c:pt idx="287">
                  <c:v>3755</c:v>
                </c:pt>
                <c:pt idx="288">
                  <c:v>5707</c:v>
                </c:pt>
                <c:pt idx="289">
                  <c:v>4410</c:v>
                </c:pt>
                <c:pt idx="290">
                  <c:v>4394</c:v>
                </c:pt>
                <c:pt idx="291">
                  <c:v>4581</c:v>
                </c:pt>
                <c:pt idx="292">
                  <c:v>2676</c:v>
                </c:pt>
                <c:pt idx="293">
                  <c:v>2243</c:v>
                </c:pt>
                <c:pt idx="294">
                  <c:v>1777</c:v>
                </c:pt>
                <c:pt idx="295">
                  <c:v>1531</c:v>
                </c:pt>
                <c:pt idx="296">
                  <c:v>1413</c:v>
                </c:pt>
                <c:pt idx="297">
                  <c:v>1935</c:v>
                </c:pt>
                <c:pt idx="298">
                  <c:v>2639</c:v>
                </c:pt>
                <c:pt idx="299">
                  <c:v>5670</c:v>
                </c:pt>
                <c:pt idx="300">
                  <c:v>6206</c:v>
                </c:pt>
                <c:pt idx="301">
                  <c:v>4045</c:v>
                </c:pt>
                <c:pt idx="302">
                  <c:v>6124</c:v>
                </c:pt>
                <c:pt idx="303">
                  <c:v>3849</c:v>
                </c:pt>
                <c:pt idx="304">
                  <c:v>4013</c:v>
                </c:pt>
                <c:pt idx="305">
                  <c:v>4249</c:v>
                </c:pt>
                <c:pt idx="306">
                  <c:v>2892</c:v>
                </c:pt>
                <c:pt idx="307">
                  <c:v>2793</c:v>
                </c:pt>
                <c:pt idx="308">
                  <c:v>2257</c:v>
                </c:pt>
                <c:pt idx="309">
                  <c:v>2016</c:v>
                </c:pt>
                <c:pt idx="310">
                  <c:v>3388</c:v>
                </c:pt>
                <c:pt idx="311">
                  <c:v>7287</c:v>
                </c:pt>
                <c:pt idx="312">
                  <c:v>9293</c:v>
                </c:pt>
                <c:pt idx="313">
                  <c:v>10282</c:v>
                </c:pt>
                <c:pt idx="314">
                  <c:v>10665</c:v>
                </c:pt>
                <c:pt idx="315">
                  <c:v>9759</c:v>
                </c:pt>
                <c:pt idx="316">
                  <c:v>6081</c:v>
                </c:pt>
                <c:pt idx="317">
                  <c:v>4513</c:v>
                </c:pt>
                <c:pt idx="318">
                  <c:v>3704</c:v>
                </c:pt>
                <c:pt idx="319">
                  <c:v>3059</c:v>
                </c:pt>
                <c:pt idx="320">
                  <c:v>3205</c:v>
                </c:pt>
                <c:pt idx="321">
                  <c:v>2680</c:v>
                </c:pt>
                <c:pt idx="322">
                  <c:v>3729</c:v>
                </c:pt>
                <c:pt idx="323">
                  <c:v>6394</c:v>
                </c:pt>
                <c:pt idx="324">
                  <c:v>6384</c:v>
                </c:pt>
                <c:pt idx="325">
                  <c:v>9597</c:v>
                </c:pt>
                <c:pt idx="326">
                  <c:v>7634</c:v>
                </c:pt>
                <c:pt idx="327">
                  <c:v>6109</c:v>
                </c:pt>
                <c:pt idx="328">
                  <c:v>5107</c:v>
                </c:pt>
                <c:pt idx="329">
                  <c:v>4496</c:v>
                </c:pt>
                <c:pt idx="330">
                  <c:v>3619</c:v>
                </c:pt>
                <c:pt idx="331">
                  <c:v>2784</c:v>
                </c:pt>
                <c:pt idx="332">
                  <c:v>2798</c:v>
                </c:pt>
                <c:pt idx="333">
                  <c:v>3069</c:v>
                </c:pt>
                <c:pt idx="334">
                  <c:v>3231</c:v>
                </c:pt>
                <c:pt idx="335">
                  <c:v>4022</c:v>
                </c:pt>
                <c:pt idx="336">
                  <c:v>9410</c:v>
                </c:pt>
                <c:pt idx="337">
                  <c:v>7789</c:v>
                </c:pt>
                <c:pt idx="338">
                  <c:v>8886</c:v>
                </c:pt>
                <c:pt idx="339">
                  <c:v>6767</c:v>
                </c:pt>
                <c:pt idx="340">
                  <c:v>4187</c:v>
                </c:pt>
                <c:pt idx="341">
                  <c:v>3375</c:v>
                </c:pt>
                <c:pt idx="342">
                  <c:v>2748</c:v>
                </c:pt>
                <c:pt idx="343">
                  <c:v>2484</c:v>
                </c:pt>
                <c:pt idx="344">
                  <c:v>2088</c:v>
                </c:pt>
                <c:pt idx="345">
                  <c:v>2203</c:v>
                </c:pt>
                <c:pt idx="346">
                  <c:v>3463</c:v>
                </c:pt>
                <c:pt idx="347">
                  <c:v>4288</c:v>
                </c:pt>
                <c:pt idx="348">
                  <c:v>7406</c:v>
                </c:pt>
                <c:pt idx="349">
                  <c:v>9376</c:v>
                </c:pt>
                <c:pt idx="350">
                  <c:v>9656</c:v>
                </c:pt>
                <c:pt idx="351">
                  <c:v>6279</c:v>
                </c:pt>
                <c:pt idx="352">
                  <c:v>4685</c:v>
                </c:pt>
                <c:pt idx="353">
                  <c:v>3368</c:v>
                </c:pt>
                <c:pt idx="354">
                  <c:v>2996</c:v>
                </c:pt>
                <c:pt idx="355">
                  <c:v>2491</c:v>
                </c:pt>
                <c:pt idx="356">
                  <c:v>2031</c:v>
                </c:pt>
                <c:pt idx="357">
                  <c:v>2276</c:v>
                </c:pt>
                <c:pt idx="358">
                  <c:v>3899</c:v>
                </c:pt>
                <c:pt idx="359">
                  <c:v>6482</c:v>
                </c:pt>
                <c:pt idx="360">
                  <c:v>11814</c:v>
                </c:pt>
                <c:pt idx="361">
                  <c:v>13583</c:v>
                </c:pt>
                <c:pt idx="362">
                  <c:v>13933</c:v>
                </c:pt>
                <c:pt idx="363">
                  <c:v>7683</c:v>
                </c:pt>
                <c:pt idx="364">
                  <c:v>6261</c:v>
                </c:pt>
                <c:pt idx="365">
                  <c:v>4165</c:v>
                </c:pt>
                <c:pt idx="366">
                  <c:v>3221</c:v>
                </c:pt>
                <c:pt idx="367">
                  <c:v>2725</c:v>
                </c:pt>
                <c:pt idx="368">
                  <c:v>2440</c:v>
                </c:pt>
                <c:pt idx="369">
                  <c:v>2275</c:v>
                </c:pt>
                <c:pt idx="370">
                  <c:v>3465</c:v>
                </c:pt>
                <c:pt idx="371">
                  <c:v>4089</c:v>
                </c:pt>
                <c:pt idx="372">
                  <c:v>8184</c:v>
                </c:pt>
                <c:pt idx="373">
                  <c:v>10742</c:v>
                </c:pt>
                <c:pt idx="374">
                  <c:v>10525</c:v>
                </c:pt>
                <c:pt idx="375">
                  <c:v>6064</c:v>
                </c:pt>
                <c:pt idx="376">
                  <c:v>4437</c:v>
                </c:pt>
                <c:pt idx="377">
                  <c:v>3769</c:v>
                </c:pt>
                <c:pt idx="378">
                  <c:v>3079</c:v>
                </c:pt>
                <c:pt idx="379">
                  <c:v>2644</c:v>
                </c:pt>
                <c:pt idx="380">
                  <c:v>2560</c:v>
                </c:pt>
                <c:pt idx="381">
                  <c:v>3378</c:v>
                </c:pt>
                <c:pt idx="382">
                  <c:v>3786</c:v>
                </c:pt>
                <c:pt idx="383">
                  <c:v>9219</c:v>
                </c:pt>
                <c:pt idx="384">
                  <c:v>10716</c:v>
                </c:pt>
                <c:pt idx="385">
                  <c:v>9851</c:v>
                </c:pt>
                <c:pt idx="386">
                  <c:v>6286</c:v>
                </c:pt>
                <c:pt idx="387">
                  <c:v>4116</c:v>
                </c:pt>
                <c:pt idx="388">
                  <c:v>3131</c:v>
                </c:pt>
                <c:pt idx="389">
                  <c:v>2879</c:v>
                </c:pt>
                <c:pt idx="390">
                  <c:v>2407</c:v>
                </c:pt>
                <c:pt idx="391">
                  <c:v>2142</c:v>
                </c:pt>
                <c:pt idx="392">
                  <c:v>1919</c:v>
                </c:pt>
                <c:pt idx="393">
                  <c:v>1880</c:v>
                </c:pt>
                <c:pt idx="394">
                  <c:v>2590</c:v>
                </c:pt>
                <c:pt idx="395">
                  <c:v>1984</c:v>
                </c:pt>
                <c:pt idx="396">
                  <c:v>5070</c:v>
                </c:pt>
                <c:pt idx="397">
                  <c:v>9470</c:v>
                </c:pt>
                <c:pt idx="398">
                  <c:v>5869</c:v>
                </c:pt>
                <c:pt idx="399">
                  <c:v>4394</c:v>
                </c:pt>
                <c:pt idx="400">
                  <c:v>3316</c:v>
                </c:pt>
                <c:pt idx="401">
                  <c:v>2382</c:v>
                </c:pt>
                <c:pt idx="402">
                  <c:v>2232</c:v>
                </c:pt>
                <c:pt idx="403">
                  <c:v>1792</c:v>
                </c:pt>
                <c:pt idx="404">
                  <c:v>1430</c:v>
                </c:pt>
                <c:pt idx="405">
                  <c:v>2631</c:v>
                </c:pt>
                <c:pt idx="406">
                  <c:v>3633</c:v>
                </c:pt>
                <c:pt idx="407">
                  <c:v>5906</c:v>
                </c:pt>
                <c:pt idx="408">
                  <c:v>9851</c:v>
                </c:pt>
                <c:pt idx="409">
                  <c:v>12273</c:v>
                </c:pt>
                <c:pt idx="410">
                  <c:v>14449</c:v>
                </c:pt>
                <c:pt idx="411">
                  <c:v>8185</c:v>
                </c:pt>
                <c:pt idx="412">
                  <c:v>5841</c:v>
                </c:pt>
                <c:pt idx="413">
                  <c:v>4272</c:v>
                </c:pt>
                <c:pt idx="414">
                  <c:v>3731</c:v>
                </c:pt>
                <c:pt idx="415">
                  <c:v>2937</c:v>
                </c:pt>
                <c:pt idx="416">
                  <c:v>2523</c:v>
                </c:pt>
                <c:pt idx="417">
                  <c:v>3855</c:v>
                </c:pt>
                <c:pt idx="418">
                  <c:v>5077</c:v>
                </c:pt>
                <c:pt idx="419">
                  <c:v>8169</c:v>
                </c:pt>
                <c:pt idx="420">
                  <c:v>11742</c:v>
                </c:pt>
                <c:pt idx="421">
                  <c:v>12588</c:v>
                </c:pt>
                <c:pt idx="422">
                  <c:v>12255</c:v>
                </c:pt>
                <c:pt idx="423">
                  <c:v>8007</c:v>
                </c:pt>
                <c:pt idx="424">
                  <c:v>6086</c:v>
                </c:pt>
                <c:pt idx="425">
                  <c:v>4350</c:v>
                </c:pt>
                <c:pt idx="426">
                  <c:v>3485</c:v>
                </c:pt>
                <c:pt idx="427">
                  <c:v>2891</c:v>
                </c:pt>
                <c:pt idx="428">
                  <c:v>2724</c:v>
                </c:pt>
                <c:pt idx="429">
                  <c:v>3427</c:v>
                </c:pt>
                <c:pt idx="430">
                  <c:v>5550</c:v>
                </c:pt>
                <c:pt idx="431">
                  <c:v>6486</c:v>
                </c:pt>
                <c:pt idx="432">
                  <c:v>11382</c:v>
                </c:pt>
                <c:pt idx="433">
                  <c:v>12436</c:v>
                </c:pt>
                <c:pt idx="434">
                  <c:v>10210</c:v>
                </c:pt>
                <c:pt idx="435">
                  <c:v>7078</c:v>
                </c:pt>
                <c:pt idx="436">
                  <c:v>4898</c:v>
                </c:pt>
                <c:pt idx="437">
                  <c:v>4164</c:v>
                </c:pt>
                <c:pt idx="438">
                  <c:v>3114</c:v>
                </c:pt>
                <c:pt idx="439">
                  <c:v>2639</c:v>
                </c:pt>
                <c:pt idx="440">
                  <c:v>2433</c:v>
                </c:pt>
                <c:pt idx="441">
                  <c:v>2249</c:v>
                </c:pt>
                <c:pt idx="442">
                  <c:v>4190</c:v>
                </c:pt>
                <c:pt idx="443">
                  <c:v>6962</c:v>
                </c:pt>
                <c:pt idx="444">
                  <c:v>8648</c:v>
                </c:pt>
                <c:pt idx="445">
                  <c:v>7393</c:v>
                </c:pt>
                <c:pt idx="446">
                  <c:v>8420</c:v>
                </c:pt>
                <c:pt idx="447">
                  <c:v>4771</c:v>
                </c:pt>
                <c:pt idx="448">
                  <c:v>3499</c:v>
                </c:pt>
                <c:pt idx="449">
                  <c:v>2875</c:v>
                </c:pt>
                <c:pt idx="450">
                  <c:v>2494</c:v>
                </c:pt>
                <c:pt idx="451">
                  <c:v>2450</c:v>
                </c:pt>
                <c:pt idx="452">
                  <c:v>2301</c:v>
                </c:pt>
                <c:pt idx="453">
                  <c:v>2806</c:v>
                </c:pt>
                <c:pt idx="454">
                  <c:v>3325</c:v>
                </c:pt>
                <c:pt idx="455">
                  <c:v>6069</c:v>
                </c:pt>
                <c:pt idx="456">
                  <c:v>4616</c:v>
                </c:pt>
                <c:pt idx="457">
                  <c:v>5834</c:v>
                </c:pt>
                <c:pt idx="458">
                  <c:v>4989</c:v>
                </c:pt>
                <c:pt idx="459">
                  <c:v>3376</c:v>
                </c:pt>
                <c:pt idx="460">
                  <c:v>2648</c:v>
                </c:pt>
                <c:pt idx="461">
                  <c:v>2231</c:v>
                </c:pt>
                <c:pt idx="462">
                  <c:v>1869</c:v>
                </c:pt>
                <c:pt idx="463">
                  <c:v>1666</c:v>
                </c:pt>
                <c:pt idx="464">
                  <c:v>1387</c:v>
                </c:pt>
                <c:pt idx="465">
                  <c:v>2192</c:v>
                </c:pt>
                <c:pt idx="466">
                  <c:v>5661</c:v>
                </c:pt>
                <c:pt idx="467">
                  <c:v>5432</c:v>
                </c:pt>
                <c:pt idx="468">
                  <c:v>8296</c:v>
                </c:pt>
                <c:pt idx="469">
                  <c:v>8939</c:v>
                </c:pt>
                <c:pt idx="470">
                  <c:v>9400</c:v>
                </c:pt>
                <c:pt idx="471">
                  <c:v>5400</c:v>
                </c:pt>
                <c:pt idx="472">
                  <c:v>3729</c:v>
                </c:pt>
                <c:pt idx="473">
                  <c:v>2896</c:v>
                </c:pt>
                <c:pt idx="474">
                  <c:v>2644</c:v>
                </c:pt>
                <c:pt idx="475">
                  <c:v>2113</c:v>
                </c:pt>
                <c:pt idx="476">
                  <c:v>2582</c:v>
                </c:pt>
                <c:pt idx="477">
                  <c:v>2777</c:v>
                </c:pt>
                <c:pt idx="478">
                  <c:v>3566</c:v>
                </c:pt>
                <c:pt idx="479">
                  <c:v>3256</c:v>
                </c:pt>
                <c:pt idx="480">
                  <c:v>2904</c:v>
                </c:pt>
                <c:pt idx="481">
                  <c:v>2565</c:v>
                </c:pt>
                <c:pt idx="482">
                  <c:v>3442</c:v>
                </c:pt>
                <c:pt idx="483">
                  <c:v>2880</c:v>
                </c:pt>
                <c:pt idx="484">
                  <c:v>2201</c:v>
                </c:pt>
                <c:pt idx="485">
                  <c:v>2030</c:v>
                </c:pt>
                <c:pt idx="486">
                  <c:v>1757</c:v>
                </c:pt>
                <c:pt idx="487">
                  <c:v>1493</c:v>
                </c:pt>
                <c:pt idx="488">
                  <c:v>1488</c:v>
                </c:pt>
                <c:pt idx="489">
                  <c:v>2362</c:v>
                </c:pt>
                <c:pt idx="490">
                  <c:v>3209</c:v>
                </c:pt>
                <c:pt idx="491">
                  <c:v>7309</c:v>
                </c:pt>
                <c:pt idx="492">
                  <c:v>6412</c:v>
                </c:pt>
                <c:pt idx="493">
                  <c:v>8623</c:v>
                </c:pt>
                <c:pt idx="494">
                  <c:v>8153</c:v>
                </c:pt>
                <c:pt idx="495">
                  <c:v>5629</c:v>
                </c:pt>
                <c:pt idx="496">
                  <c:v>3623</c:v>
                </c:pt>
                <c:pt idx="497">
                  <c:v>2952</c:v>
                </c:pt>
                <c:pt idx="498">
                  <c:v>3003</c:v>
                </c:pt>
                <c:pt idx="499">
                  <c:v>2391</c:v>
                </c:pt>
                <c:pt idx="500">
                  <c:v>2077</c:v>
                </c:pt>
                <c:pt idx="501">
                  <c:v>4856</c:v>
                </c:pt>
                <c:pt idx="502">
                  <c:v>6566</c:v>
                </c:pt>
                <c:pt idx="503">
                  <c:v>7069</c:v>
                </c:pt>
                <c:pt idx="504">
                  <c:v>8895</c:v>
                </c:pt>
                <c:pt idx="505">
                  <c:v>8546</c:v>
                </c:pt>
                <c:pt idx="506">
                  <c:v>7292</c:v>
                </c:pt>
                <c:pt idx="507">
                  <c:v>8741</c:v>
                </c:pt>
                <c:pt idx="508">
                  <c:v>4909</c:v>
                </c:pt>
                <c:pt idx="509">
                  <c:v>3964</c:v>
                </c:pt>
                <c:pt idx="510">
                  <c:v>3187</c:v>
                </c:pt>
                <c:pt idx="511">
                  <c:v>2469</c:v>
                </c:pt>
                <c:pt idx="512">
                  <c:v>2116</c:v>
                </c:pt>
                <c:pt idx="513">
                  <c:v>3036</c:v>
                </c:pt>
                <c:pt idx="514">
                  <c:v>5112</c:v>
                </c:pt>
                <c:pt idx="515">
                  <c:v>6617</c:v>
                </c:pt>
                <c:pt idx="516">
                  <c:v>9206</c:v>
                </c:pt>
                <c:pt idx="517">
                  <c:v>6326</c:v>
                </c:pt>
                <c:pt idx="518">
                  <c:v>10145</c:v>
                </c:pt>
                <c:pt idx="519">
                  <c:v>9024</c:v>
                </c:pt>
                <c:pt idx="520">
                  <c:v>5719</c:v>
                </c:pt>
                <c:pt idx="521">
                  <c:v>4535</c:v>
                </c:pt>
                <c:pt idx="522">
                  <c:v>3680</c:v>
                </c:pt>
                <c:pt idx="523">
                  <c:v>2932</c:v>
                </c:pt>
                <c:pt idx="524">
                  <c:v>2338</c:v>
                </c:pt>
                <c:pt idx="525">
                  <c:v>2999</c:v>
                </c:pt>
                <c:pt idx="526">
                  <c:v>2827</c:v>
                </c:pt>
                <c:pt idx="527">
                  <c:v>5486</c:v>
                </c:pt>
                <c:pt idx="528">
                  <c:v>8153</c:v>
                </c:pt>
                <c:pt idx="529">
                  <c:v>7052</c:v>
                </c:pt>
                <c:pt idx="530">
                  <c:v>5335</c:v>
                </c:pt>
                <c:pt idx="531">
                  <c:v>5592</c:v>
                </c:pt>
                <c:pt idx="532">
                  <c:v>3539</c:v>
                </c:pt>
                <c:pt idx="533">
                  <c:v>2631</c:v>
                </c:pt>
                <c:pt idx="534">
                  <c:v>2618</c:v>
                </c:pt>
                <c:pt idx="535">
                  <c:v>2047</c:v>
                </c:pt>
                <c:pt idx="536">
                  <c:v>1670</c:v>
                </c:pt>
                <c:pt idx="537">
                  <c:v>2431</c:v>
                </c:pt>
                <c:pt idx="538">
                  <c:v>4059</c:v>
                </c:pt>
                <c:pt idx="539">
                  <c:v>5802</c:v>
                </c:pt>
                <c:pt idx="540">
                  <c:v>6022</c:v>
                </c:pt>
                <c:pt idx="541">
                  <c:v>7408</c:v>
                </c:pt>
                <c:pt idx="542">
                  <c:v>7886</c:v>
                </c:pt>
                <c:pt idx="543">
                  <c:v>6209</c:v>
                </c:pt>
                <c:pt idx="544">
                  <c:v>4601</c:v>
                </c:pt>
                <c:pt idx="545">
                  <c:v>4009</c:v>
                </c:pt>
                <c:pt idx="546">
                  <c:v>3498</c:v>
                </c:pt>
                <c:pt idx="547">
                  <c:v>3179</c:v>
                </c:pt>
                <c:pt idx="548">
                  <c:v>3819</c:v>
                </c:pt>
                <c:pt idx="549">
                  <c:v>4204</c:v>
                </c:pt>
                <c:pt idx="550">
                  <c:v>5825</c:v>
                </c:pt>
                <c:pt idx="551">
                  <c:v>9745</c:v>
                </c:pt>
                <c:pt idx="552">
                  <c:v>11059</c:v>
                </c:pt>
                <c:pt idx="553">
                  <c:v>10469</c:v>
                </c:pt>
                <c:pt idx="554">
                  <c:v>6437</c:v>
                </c:pt>
                <c:pt idx="555">
                  <c:v>7086</c:v>
                </c:pt>
                <c:pt idx="556">
                  <c:v>4735</c:v>
                </c:pt>
                <c:pt idx="557">
                  <c:v>4013</c:v>
                </c:pt>
                <c:pt idx="558">
                  <c:v>3067</c:v>
                </c:pt>
                <c:pt idx="559">
                  <c:v>2211</c:v>
                </c:pt>
                <c:pt idx="560">
                  <c:v>3007</c:v>
                </c:pt>
                <c:pt idx="561">
                  <c:v>2892</c:v>
                </c:pt>
                <c:pt idx="562">
                  <c:v>4798</c:v>
                </c:pt>
                <c:pt idx="563">
                  <c:v>7940</c:v>
                </c:pt>
                <c:pt idx="564">
                  <c:v>12240</c:v>
                </c:pt>
                <c:pt idx="565">
                  <c:v>6925</c:v>
                </c:pt>
                <c:pt idx="566">
                  <c:v>8546</c:v>
                </c:pt>
                <c:pt idx="567">
                  <c:v>5742</c:v>
                </c:pt>
                <c:pt idx="568">
                  <c:v>4545</c:v>
                </c:pt>
                <c:pt idx="569">
                  <c:v>4502</c:v>
                </c:pt>
                <c:pt idx="570">
                  <c:v>3475</c:v>
                </c:pt>
                <c:pt idx="571">
                  <c:v>2725</c:v>
                </c:pt>
                <c:pt idx="572">
                  <c:v>2565</c:v>
                </c:pt>
                <c:pt idx="573">
                  <c:v>2686</c:v>
                </c:pt>
                <c:pt idx="574">
                  <c:v>4929</c:v>
                </c:pt>
                <c:pt idx="575">
                  <c:v>7903</c:v>
                </c:pt>
                <c:pt idx="576">
                  <c:v>11266</c:v>
                </c:pt>
                <c:pt idx="577">
                  <c:v>13841</c:v>
                </c:pt>
                <c:pt idx="578">
                  <c:v>9280</c:v>
                </c:pt>
                <c:pt idx="579">
                  <c:v>6429</c:v>
                </c:pt>
                <c:pt idx="580">
                  <c:v>5063</c:v>
                </c:pt>
                <c:pt idx="581">
                  <c:v>4179</c:v>
                </c:pt>
                <c:pt idx="582">
                  <c:v>3501</c:v>
                </c:pt>
                <c:pt idx="583">
                  <c:v>3197</c:v>
                </c:pt>
                <c:pt idx="584">
                  <c:v>3757</c:v>
                </c:pt>
                <c:pt idx="585">
                  <c:v>3776</c:v>
                </c:pt>
                <c:pt idx="586">
                  <c:v>4537</c:v>
                </c:pt>
                <c:pt idx="587">
                  <c:v>6706</c:v>
                </c:pt>
                <c:pt idx="588">
                  <c:v>12547</c:v>
                </c:pt>
                <c:pt idx="589">
                  <c:v>14429</c:v>
                </c:pt>
                <c:pt idx="590">
                  <c:v>8856</c:v>
                </c:pt>
                <c:pt idx="591">
                  <c:v>8589</c:v>
                </c:pt>
                <c:pt idx="592">
                  <c:v>5524</c:v>
                </c:pt>
                <c:pt idx="593">
                  <c:v>4388</c:v>
                </c:pt>
                <c:pt idx="594">
                  <c:v>3998</c:v>
                </c:pt>
                <c:pt idx="595">
                  <c:v>3030</c:v>
                </c:pt>
                <c:pt idx="596">
                  <c:v>3066</c:v>
                </c:pt>
                <c:pt idx="597">
                  <c:v>3057</c:v>
                </c:pt>
                <c:pt idx="598">
                  <c:v>4214</c:v>
                </c:pt>
                <c:pt idx="599">
                  <c:v>8556</c:v>
                </c:pt>
                <c:pt idx="600">
                  <c:v>11156</c:v>
                </c:pt>
                <c:pt idx="601">
                  <c:v>7237</c:v>
                </c:pt>
                <c:pt idx="602">
                  <c:v>6780</c:v>
                </c:pt>
                <c:pt idx="603">
                  <c:v>6078</c:v>
                </c:pt>
                <c:pt idx="604">
                  <c:v>4135</c:v>
                </c:pt>
                <c:pt idx="605">
                  <c:v>3925</c:v>
                </c:pt>
                <c:pt idx="606">
                  <c:v>3032</c:v>
                </c:pt>
                <c:pt idx="607">
                  <c:v>2755</c:v>
                </c:pt>
                <c:pt idx="608">
                  <c:v>2231</c:v>
                </c:pt>
                <c:pt idx="609">
                  <c:v>4060</c:v>
                </c:pt>
                <c:pt idx="610">
                  <c:v>7690</c:v>
                </c:pt>
                <c:pt idx="611">
                  <c:v>10739</c:v>
                </c:pt>
                <c:pt idx="612">
                  <c:v>14074</c:v>
                </c:pt>
                <c:pt idx="613">
                  <c:v>12586</c:v>
                </c:pt>
                <c:pt idx="614">
                  <c:v>16434</c:v>
                </c:pt>
                <c:pt idx="615">
                  <c:v>11172</c:v>
                </c:pt>
                <c:pt idx="616">
                  <c:v>7350</c:v>
                </c:pt>
                <c:pt idx="617">
                  <c:v>6212</c:v>
                </c:pt>
                <c:pt idx="618">
                  <c:v>4941</c:v>
                </c:pt>
                <c:pt idx="619">
                  <c:v>4203</c:v>
                </c:pt>
                <c:pt idx="620">
                  <c:v>3667</c:v>
                </c:pt>
                <c:pt idx="621">
                  <c:v>4947</c:v>
                </c:pt>
                <c:pt idx="622">
                  <c:v>5264</c:v>
                </c:pt>
                <c:pt idx="623">
                  <c:v>8599</c:v>
                </c:pt>
                <c:pt idx="624">
                  <c:v>17246</c:v>
                </c:pt>
                <c:pt idx="625">
                  <c:v>20314</c:v>
                </c:pt>
                <c:pt idx="626">
                  <c:v>15670</c:v>
                </c:pt>
                <c:pt idx="627">
                  <c:v>12512</c:v>
                </c:pt>
                <c:pt idx="628">
                  <c:v>8439</c:v>
                </c:pt>
                <c:pt idx="629">
                  <c:v>8535</c:v>
                </c:pt>
                <c:pt idx="630">
                  <c:v>6313</c:v>
                </c:pt>
                <c:pt idx="631">
                  <c:v>4797</c:v>
                </c:pt>
                <c:pt idx="632">
                  <c:v>6225</c:v>
                </c:pt>
                <c:pt idx="633">
                  <c:v>7529</c:v>
                </c:pt>
                <c:pt idx="634">
                  <c:v>8124</c:v>
                </c:pt>
                <c:pt idx="635">
                  <c:v>12510</c:v>
                </c:pt>
                <c:pt idx="636">
                  <c:v>11372</c:v>
                </c:pt>
                <c:pt idx="637">
                  <c:v>7987</c:v>
                </c:pt>
                <c:pt idx="638">
                  <c:v>6769</c:v>
                </c:pt>
                <c:pt idx="639">
                  <c:v>7198</c:v>
                </c:pt>
                <c:pt idx="640">
                  <c:v>5776</c:v>
                </c:pt>
                <c:pt idx="641">
                  <c:v>4015</c:v>
                </c:pt>
                <c:pt idx="642">
                  <c:v>3395</c:v>
                </c:pt>
                <c:pt idx="643">
                  <c:v>3398</c:v>
                </c:pt>
                <c:pt idx="644">
                  <c:v>3600</c:v>
                </c:pt>
                <c:pt idx="645">
                  <c:v>3341</c:v>
                </c:pt>
                <c:pt idx="646">
                  <c:v>3425</c:v>
                </c:pt>
                <c:pt idx="647">
                  <c:v>7083</c:v>
                </c:pt>
                <c:pt idx="648">
                  <c:v>11776</c:v>
                </c:pt>
                <c:pt idx="649">
                  <c:v>12234</c:v>
                </c:pt>
                <c:pt idx="650">
                  <c:v>12666</c:v>
                </c:pt>
                <c:pt idx="651">
                  <c:v>8773</c:v>
                </c:pt>
                <c:pt idx="652">
                  <c:v>5744</c:v>
                </c:pt>
                <c:pt idx="653">
                  <c:v>4577</c:v>
                </c:pt>
                <c:pt idx="654">
                  <c:v>3856</c:v>
                </c:pt>
                <c:pt idx="655">
                  <c:v>3312</c:v>
                </c:pt>
                <c:pt idx="656">
                  <c:v>3043</c:v>
                </c:pt>
                <c:pt idx="657">
                  <c:v>2915</c:v>
                </c:pt>
                <c:pt idx="658">
                  <c:v>3996</c:v>
                </c:pt>
                <c:pt idx="659">
                  <c:v>4707</c:v>
                </c:pt>
                <c:pt idx="660">
                  <c:v>8580</c:v>
                </c:pt>
                <c:pt idx="661">
                  <c:v>7921</c:v>
                </c:pt>
                <c:pt idx="662">
                  <c:v>7632</c:v>
                </c:pt>
                <c:pt idx="663">
                  <c:v>5184</c:v>
                </c:pt>
                <c:pt idx="664">
                  <c:v>4467</c:v>
                </c:pt>
                <c:pt idx="665">
                  <c:v>3254</c:v>
                </c:pt>
                <c:pt idx="666">
                  <c:v>3003</c:v>
                </c:pt>
                <c:pt idx="667">
                  <c:v>3161</c:v>
                </c:pt>
                <c:pt idx="668">
                  <c:v>2467</c:v>
                </c:pt>
                <c:pt idx="669">
                  <c:v>2292</c:v>
                </c:pt>
                <c:pt idx="670">
                  <c:v>2465</c:v>
                </c:pt>
                <c:pt idx="671">
                  <c:v>6037</c:v>
                </c:pt>
                <c:pt idx="672">
                  <c:v>9105</c:v>
                </c:pt>
                <c:pt idx="673">
                  <c:v>9626</c:v>
                </c:pt>
                <c:pt idx="674">
                  <c:v>8503</c:v>
                </c:pt>
                <c:pt idx="675">
                  <c:v>6908</c:v>
                </c:pt>
                <c:pt idx="676">
                  <c:v>5022</c:v>
                </c:pt>
                <c:pt idx="677">
                  <c:v>3996</c:v>
                </c:pt>
                <c:pt idx="678">
                  <c:v>3178</c:v>
                </c:pt>
                <c:pt idx="679">
                  <c:v>2600</c:v>
                </c:pt>
                <c:pt idx="680">
                  <c:v>2744</c:v>
                </c:pt>
                <c:pt idx="681">
                  <c:v>3146</c:v>
                </c:pt>
                <c:pt idx="682">
                  <c:v>4194</c:v>
                </c:pt>
                <c:pt idx="683">
                  <c:v>8049</c:v>
                </c:pt>
                <c:pt idx="684">
                  <c:v>8014</c:v>
                </c:pt>
                <c:pt idx="685">
                  <c:v>10515</c:v>
                </c:pt>
                <c:pt idx="686">
                  <c:v>10862</c:v>
                </c:pt>
                <c:pt idx="687">
                  <c:v>7857</c:v>
                </c:pt>
                <c:pt idx="688">
                  <c:v>5250</c:v>
                </c:pt>
                <c:pt idx="689">
                  <c:v>4473</c:v>
                </c:pt>
                <c:pt idx="690">
                  <c:v>3318</c:v>
                </c:pt>
                <c:pt idx="691">
                  <c:v>2852</c:v>
                </c:pt>
                <c:pt idx="692">
                  <c:v>2518</c:v>
                </c:pt>
                <c:pt idx="693">
                  <c:v>3338</c:v>
                </c:pt>
                <c:pt idx="694">
                  <c:v>4115</c:v>
                </c:pt>
                <c:pt idx="695">
                  <c:v>5441</c:v>
                </c:pt>
                <c:pt idx="696">
                  <c:v>8544</c:v>
                </c:pt>
                <c:pt idx="697">
                  <c:v>10002</c:v>
                </c:pt>
                <c:pt idx="698">
                  <c:v>8819</c:v>
                </c:pt>
                <c:pt idx="699">
                  <c:v>5845</c:v>
                </c:pt>
                <c:pt idx="700">
                  <c:v>4252</c:v>
                </c:pt>
                <c:pt idx="701">
                  <c:v>3689</c:v>
                </c:pt>
                <c:pt idx="702">
                  <c:v>3215</c:v>
                </c:pt>
                <c:pt idx="703">
                  <c:v>2979</c:v>
                </c:pt>
                <c:pt idx="704">
                  <c:v>2957</c:v>
                </c:pt>
                <c:pt idx="705">
                  <c:v>2531</c:v>
                </c:pt>
                <c:pt idx="706">
                  <c:v>4017</c:v>
                </c:pt>
                <c:pt idx="707">
                  <c:v>9861</c:v>
                </c:pt>
                <c:pt idx="708">
                  <c:v>10940</c:v>
                </c:pt>
                <c:pt idx="709">
                  <c:v>5990</c:v>
                </c:pt>
                <c:pt idx="710">
                  <c:v>6716</c:v>
                </c:pt>
                <c:pt idx="711">
                  <c:v>5332</c:v>
                </c:pt>
                <c:pt idx="712">
                  <c:v>4385</c:v>
                </c:pt>
                <c:pt idx="713">
                  <c:v>3190</c:v>
                </c:pt>
                <c:pt idx="714">
                  <c:v>2957</c:v>
                </c:pt>
                <c:pt idx="715">
                  <c:v>2726</c:v>
                </c:pt>
                <c:pt idx="716">
                  <c:v>2867</c:v>
                </c:pt>
                <c:pt idx="717">
                  <c:v>3155</c:v>
                </c:pt>
                <c:pt idx="718">
                  <c:v>2992</c:v>
                </c:pt>
                <c:pt idx="719">
                  <c:v>3550</c:v>
                </c:pt>
                <c:pt idx="720">
                  <c:v>8028</c:v>
                </c:pt>
                <c:pt idx="721">
                  <c:v>10835</c:v>
                </c:pt>
                <c:pt idx="722">
                  <c:v>11367</c:v>
                </c:pt>
                <c:pt idx="723">
                  <c:v>12344</c:v>
                </c:pt>
                <c:pt idx="724">
                  <c:v>6601</c:v>
                </c:pt>
                <c:pt idx="725">
                  <c:v>4771</c:v>
                </c:pt>
                <c:pt idx="726">
                  <c:v>3942</c:v>
                </c:pt>
                <c:pt idx="727">
                  <c:v>3107</c:v>
                </c:pt>
                <c:pt idx="728">
                  <c:v>2795</c:v>
                </c:pt>
                <c:pt idx="729">
                  <c:v>3912</c:v>
                </c:pt>
                <c:pt idx="730">
                  <c:v>3358</c:v>
                </c:pt>
                <c:pt idx="731">
                  <c:v>5168</c:v>
                </c:pt>
                <c:pt idx="732">
                  <c:v>9809</c:v>
                </c:pt>
                <c:pt idx="733">
                  <c:v>14040</c:v>
                </c:pt>
                <c:pt idx="734">
                  <c:v>9152</c:v>
                </c:pt>
                <c:pt idx="735">
                  <c:v>8091</c:v>
                </c:pt>
                <c:pt idx="736">
                  <c:v>6430</c:v>
                </c:pt>
                <c:pt idx="737">
                  <c:v>4264</c:v>
                </c:pt>
                <c:pt idx="738">
                  <c:v>3599</c:v>
                </c:pt>
                <c:pt idx="739">
                  <c:v>3066</c:v>
                </c:pt>
                <c:pt idx="740">
                  <c:v>3878</c:v>
                </c:pt>
                <c:pt idx="741">
                  <c:v>5107</c:v>
                </c:pt>
                <c:pt idx="742">
                  <c:v>7481</c:v>
                </c:pt>
                <c:pt idx="743">
                  <c:v>7871</c:v>
                </c:pt>
                <c:pt idx="744">
                  <c:v>6745</c:v>
                </c:pt>
                <c:pt idx="745">
                  <c:v>11127</c:v>
                </c:pt>
                <c:pt idx="746">
                  <c:v>8791</c:v>
                </c:pt>
                <c:pt idx="747">
                  <c:v>7660</c:v>
                </c:pt>
                <c:pt idx="748">
                  <c:v>4835</c:v>
                </c:pt>
                <c:pt idx="749">
                  <c:v>4465</c:v>
                </c:pt>
                <c:pt idx="750">
                  <c:v>3258</c:v>
                </c:pt>
                <c:pt idx="751">
                  <c:v>3142</c:v>
                </c:pt>
                <c:pt idx="752">
                  <c:v>3299</c:v>
                </c:pt>
                <c:pt idx="753">
                  <c:v>3448</c:v>
                </c:pt>
                <c:pt idx="754">
                  <c:v>3141</c:v>
                </c:pt>
                <c:pt idx="755">
                  <c:v>6119</c:v>
                </c:pt>
                <c:pt idx="756">
                  <c:v>12161</c:v>
                </c:pt>
                <c:pt idx="757">
                  <c:v>8242</c:v>
                </c:pt>
                <c:pt idx="758">
                  <c:v>10680</c:v>
                </c:pt>
                <c:pt idx="759">
                  <c:v>7179</c:v>
                </c:pt>
                <c:pt idx="760">
                  <c:v>5148</c:v>
                </c:pt>
                <c:pt idx="761">
                  <c:v>4016</c:v>
                </c:pt>
                <c:pt idx="762">
                  <c:v>3401</c:v>
                </c:pt>
                <c:pt idx="763">
                  <c:v>2890</c:v>
                </c:pt>
                <c:pt idx="764">
                  <c:v>2259</c:v>
                </c:pt>
                <c:pt idx="765">
                  <c:v>2334</c:v>
                </c:pt>
                <c:pt idx="766">
                  <c:v>3595</c:v>
                </c:pt>
                <c:pt idx="767">
                  <c:v>5705</c:v>
                </c:pt>
                <c:pt idx="768">
                  <c:v>6886</c:v>
                </c:pt>
                <c:pt idx="769">
                  <c:v>14226</c:v>
                </c:pt>
                <c:pt idx="770">
                  <c:v>8339</c:v>
                </c:pt>
                <c:pt idx="771">
                  <c:v>7484</c:v>
                </c:pt>
                <c:pt idx="772">
                  <c:v>5549</c:v>
                </c:pt>
                <c:pt idx="773">
                  <c:v>3959</c:v>
                </c:pt>
                <c:pt idx="774">
                  <c:v>3343</c:v>
                </c:pt>
                <c:pt idx="775">
                  <c:v>2523</c:v>
                </c:pt>
                <c:pt idx="776">
                  <c:v>2247</c:v>
                </c:pt>
                <c:pt idx="777">
                  <c:v>2962</c:v>
                </c:pt>
                <c:pt idx="778">
                  <c:v>3297</c:v>
                </c:pt>
                <c:pt idx="779">
                  <c:v>4592</c:v>
                </c:pt>
                <c:pt idx="780">
                  <c:v>8549</c:v>
                </c:pt>
                <c:pt idx="781">
                  <c:v>5880</c:v>
                </c:pt>
                <c:pt idx="782">
                  <c:v>7917</c:v>
                </c:pt>
                <c:pt idx="783">
                  <c:v>5212</c:v>
                </c:pt>
                <c:pt idx="784">
                  <c:v>3941</c:v>
                </c:pt>
                <c:pt idx="785">
                  <c:v>3017</c:v>
                </c:pt>
                <c:pt idx="786">
                  <c:v>2674</c:v>
                </c:pt>
                <c:pt idx="787">
                  <c:v>2343</c:v>
                </c:pt>
                <c:pt idx="788">
                  <c:v>2911</c:v>
                </c:pt>
                <c:pt idx="789">
                  <c:v>2437</c:v>
                </c:pt>
                <c:pt idx="790">
                  <c:v>5305</c:v>
                </c:pt>
                <c:pt idx="791">
                  <c:v>7209</c:v>
                </c:pt>
                <c:pt idx="792">
                  <c:v>14539</c:v>
                </c:pt>
                <c:pt idx="793">
                  <c:v>9749</c:v>
                </c:pt>
                <c:pt idx="794">
                  <c:v>8522</c:v>
                </c:pt>
                <c:pt idx="795">
                  <c:v>6968</c:v>
                </c:pt>
                <c:pt idx="796">
                  <c:v>5142</c:v>
                </c:pt>
                <c:pt idx="797">
                  <c:v>5836</c:v>
                </c:pt>
                <c:pt idx="798">
                  <c:v>3802</c:v>
                </c:pt>
                <c:pt idx="799">
                  <c:v>2952</c:v>
                </c:pt>
                <c:pt idx="800">
                  <c:v>2724</c:v>
                </c:pt>
                <c:pt idx="801">
                  <c:v>2951</c:v>
                </c:pt>
                <c:pt idx="802">
                  <c:v>4165</c:v>
                </c:pt>
                <c:pt idx="803">
                  <c:v>7789</c:v>
                </c:pt>
                <c:pt idx="804">
                  <c:v>6499</c:v>
                </c:pt>
                <c:pt idx="805">
                  <c:v>8567</c:v>
                </c:pt>
                <c:pt idx="806">
                  <c:v>8121</c:v>
                </c:pt>
                <c:pt idx="807">
                  <c:v>5716</c:v>
                </c:pt>
                <c:pt idx="808">
                  <c:v>4473</c:v>
                </c:pt>
                <c:pt idx="809">
                  <c:v>3650</c:v>
                </c:pt>
                <c:pt idx="810">
                  <c:v>2870</c:v>
                </c:pt>
                <c:pt idx="811">
                  <c:v>2839</c:v>
                </c:pt>
                <c:pt idx="812">
                  <c:v>2275</c:v>
                </c:pt>
                <c:pt idx="813">
                  <c:v>3058</c:v>
                </c:pt>
                <c:pt idx="814">
                  <c:v>3597</c:v>
                </c:pt>
                <c:pt idx="815">
                  <c:v>5815</c:v>
                </c:pt>
                <c:pt idx="816">
                  <c:v>9117</c:v>
                </c:pt>
                <c:pt idx="817">
                  <c:v>7241</c:v>
                </c:pt>
                <c:pt idx="818">
                  <c:v>9686</c:v>
                </c:pt>
                <c:pt idx="819">
                  <c:v>5187</c:v>
                </c:pt>
                <c:pt idx="820">
                  <c:v>3664</c:v>
                </c:pt>
                <c:pt idx="821">
                  <c:v>3136</c:v>
                </c:pt>
                <c:pt idx="822">
                  <c:v>2637</c:v>
                </c:pt>
                <c:pt idx="823">
                  <c:v>2154</c:v>
                </c:pt>
                <c:pt idx="824">
                  <c:v>2315</c:v>
                </c:pt>
                <c:pt idx="825">
                  <c:v>1832</c:v>
                </c:pt>
                <c:pt idx="826">
                  <c:v>2774</c:v>
                </c:pt>
                <c:pt idx="827">
                  <c:v>4148</c:v>
                </c:pt>
                <c:pt idx="828">
                  <c:v>9089</c:v>
                </c:pt>
                <c:pt idx="829">
                  <c:v>11633</c:v>
                </c:pt>
                <c:pt idx="830">
                  <c:v>11027</c:v>
                </c:pt>
                <c:pt idx="831">
                  <c:v>6575</c:v>
                </c:pt>
                <c:pt idx="832">
                  <c:v>4227</c:v>
                </c:pt>
                <c:pt idx="833">
                  <c:v>3477</c:v>
                </c:pt>
                <c:pt idx="834">
                  <c:v>2966</c:v>
                </c:pt>
                <c:pt idx="835">
                  <c:v>2814</c:v>
                </c:pt>
                <c:pt idx="836">
                  <c:v>3589</c:v>
                </c:pt>
                <c:pt idx="837">
                  <c:v>2141</c:v>
                </c:pt>
                <c:pt idx="838">
                  <c:v>4120</c:v>
                </c:pt>
                <c:pt idx="839">
                  <c:v>6782</c:v>
                </c:pt>
                <c:pt idx="840">
                  <c:v>5960</c:v>
                </c:pt>
                <c:pt idx="841">
                  <c:v>4965</c:v>
                </c:pt>
                <c:pt idx="842">
                  <c:v>5378</c:v>
                </c:pt>
                <c:pt idx="843">
                  <c:v>4152</c:v>
                </c:pt>
                <c:pt idx="844">
                  <c:v>3212</c:v>
                </c:pt>
                <c:pt idx="845">
                  <c:v>2641</c:v>
                </c:pt>
                <c:pt idx="846">
                  <c:v>2145</c:v>
                </c:pt>
                <c:pt idx="847">
                  <c:v>1874</c:v>
                </c:pt>
                <c:pt idx="848">
                  <c:v>1958</c:v>
                </c:pt>
                <c:pt idx="849">
                  <c:v>2519</c:v>
                </c:pt>
                <c:pt idx="850">
                  <c:v>3713</c:v>
                </c:pt>
                <c:pt idx="851">
                  <c:v>5848</c:v>
                </c:pt>
                <c:pt idx="852">
                  <c:v>9379</c:v>
                </c:pt>
                <c:pt idx="853">
                  <c:v>12297</c:v>
                </c:pt>
                <c:pt idx="854">
                  <c:v>8523</c:v>
                </c:pt>
                <c:pt idx="855">
                  <c:v>5140</c:v>
                </c:pt>
                <c:pt idx="856">
                  <c:v>3919</c:v>
                </c:pt>
                <c:pt idx="857">
                  <c:v>3084</c:v>
                </c:pt>
                <c:pt idx="858">
                  <c:v>2737</c:v>
                </c:pt>
                <c:pt idx="859">
                  <c:v>2222</c:v>
                </c:pt>
                <c:pt idx="860">
                  <c:v>2431</c:v>
                </c:pt>
                <c:pt idx="861">
                  <c:v>1640</c:v>
                </c:pt>
                <c:pt idx="862">
                  <c:v>2989</c:v>
                </c:pt>
                <c:pt idx="863">
                  <c:v>4603</c:v>
                </c:pt>
                <c:pt idx="864">
                  <c:v>9705</c:v>
                </c:pt>
                <c:pt idx="865">
                  <c:v>9860</c:v>
                </c:pt>
                <c:pt idx="866">
                  <c:v>8302</c:v>
                </c:pt>
                <c:pt idx="867">
                  <c:v>7339</c:v>
                </c:pt>
                <c:pt idx="868">
                  <c:v>4470</c:v>
                </c:pt>
                <c:pt idx="869">
                  <c:v>3566</c:v>
                </c:pt>
                <c:pt idx="870">
                  <c:v>2924</c:v>
                </c:pt>
                <c:pt idx="871">
                  <c:v>2387</c:v>
                </c:pt>
                <c:pt idx="872">
                  <c:v>2200</c:v>
                </c:pt>
                <c:pt idx="873">
                  <c:v>2183</c:v>
                </c:pt>
                <c:pt idx="874">
                  <c:v>3142</c:v>
                </c:pt>
                <c:pt idx="875">
                  <c:v>5234</c:v>
                </c:pt>
                <c:pt idx="876">
                  <c:v>7260</c:v>
                </c:pt>
                <c:pt idx="877">
                  <c:v>11539</c:v>
                </c:pt>
                <c:pt idx="878">
                  <c:v>10747</c:v>
                </c:pt>
                <c:pt idx="879">
                  <c:v>8257</c:v>
                </c:pt>
                <c:pt idx="880">
                  <c:v>5660</c:v>
                </c:pt>
                <c:pt idx="881">
                  <c:v>4637</c:v>
                </c:pt>
                <c:pt idx="882">
                  <c:v>3587</c:v>
                </c:pt>
                <c:pt idx="883">
                  <c:v>2737</c:v>
                </c:pt>
                <c:pt idx="884">
                  <c:v>2099</c:v>
                </c:pt>
                <c:pt idx="885">
                  <c:v>2816</c:v>
                </c:pt>
                <c:pt idx="886">
                  <c:v>3255</c:v>
                </c:pt>
                <c:pt idx="887">
                  <c:v>6595</c:v>
                </c:pt>
                <c:pt idx="888">
                  <c:v>11589</c:v>
                </c:pt>
                <c:pt idx="889">
                  <c:v>9353</c:v>
                </c:pt>
                <c:pt idx="890">
                  <c:v>9524</c:v>
                </c:pt>
                <c:pt idx="891">
                  <c:v>6024</c:v>
                </c:pt>
                <c:pt idx="892">
                  <c:v>4958</c:v>
                </c:pt>
                <c:pt idx="893">
                  <c:v>4241</c:v>
                </c:pt>
                <c:pt idx="894">
                  <c:v>3289</c:v>
                </c:pt>
                <c:pt idx="895">
                  <c:v>2566</c:v>
                </c:pt>
                <c:pt idx="896">
                  <c:v>2497</c:v>
                </c:pt>
                <c:pt idx="897">
                  <c:v>2177</c:v>
                </c:pt>
                <c:pt idx="898">
                  <c:v>3688</c:v>
                </c:pt>
                <c:pt idx="899">
                  <c:v>9982</c:v>
                </c:pt>
                <c:pt idx="900">
                  <c:v>8223</c:v>
                </c:pt>
                <c:pt idx="901">
                  <c:v>8808</c:v>
                </c:pt>
                <c:pt idx="902">
                  <c:v>10909</c:v>
                </c:pt>
                <c:pt idx="903">
                  <c:v>9075</c:v>
                </c:pt>
                <c:pt idx="904">
                  <c:v>5320</c:v>
                </c:pt>
                <c:pt idx="905">
                  <c:v>4154</c:v>
                </c:pt>
                <c:pt idx="906">
                  <c:v>3530</c:v>
                </c:pt>
                <c:pt idx="907">
                  <c:v>3118</c:v>
                </c:pt>
                <c:pt idx="908">
                  <c:v>2943</c:v>
                </c:pt>
                <c:pt idx="909">
                  <c:v>4341</c:v>
                </c:pt>
                <c:pt idx="910">
                  <c:v>4672</c:v>
                </c:pt>
                <c:pt idx="911">
                  <c:v>9907</c:v>
                </c:pt>
                <c:pt idx="912">
                  <c:v>17707</c:v>
                </c:pt>
                <c:pt idx="913">
                  <c:v>16461</c:v>
                </c:pt>
                <c:pt idx="914">
                  <c:v>8856</c:v>
                </c:pt>
                <c:pt idx="915">
                  <c:v>6120</c:v>
                </c:pt>
                <c:pt idx="916">
                  <c:v>4858</c:v>
                </c:pt>
                <c:pt idx="917">
                  <c:v>4133</c:v>
                </c:pt>
                <c:pt idx="918">
                  <c:v>3553</c:v>
                </c:pt>
                <c:pt idx="919">
                  <c:v>2985</c:v>
                </c:pt>
                <c:pt idx="920">
                  <c:v>2137</c:v>
                </c:pt>
                <c:pt idx="921">
                  <c:v>2167</c:v>
                </c:pt>
                <c:pt idx="922">
                  <c:v>3385</c:v>
                </c:pt>
                <c:pt idx="923">
                  <c:v>4714</c:v>
                </c:pt>
                <c:pt idx="924">
                  <c:v>6602</c:v>
                </c:pt>
                <c:pt idx="925">
                  <c:v>11758</c:v>
                </c:pt>
                <c:pt idx="926">
                  <c:v>11850</c:v>
                </c:pt>
                <c:pt idx="927">
                  <c:v>9913</c:v>
                </c:pt>
                <c:pt idx="928">
                  <c:v>6263</c:v>
                </c:pt>
                <c:pt idx="929">
                  <c:v>4810</c:v>
                </c:pt>
                <c:pt idx="930">
                  <c:v>3640</c:v>
                </c:pt>
                <c:pt idx="931">
                  <c:v>3023</c:v>
                </c:pt>
                <c:pt idx="932">
                  <c:v>2478</c:v>
                </c:pt>
                <c:pt idx="933">
                  <c:v>2865</c:v>
                </c:pt>
                <c:pt idx="934">
                  <c:v>3434</c:v>
                </c:pt>
                <c:pt idx="935">
                  <c:v>5579</c:v>
                </c:pt>
                <c:pt idx="936">
                  <c:v>8751</c:v>
                </c:pt>
                <c:pt idx="937">
                  <c:v>10931</c:v>
                </c:pt>
                <c:pt idx="938">
                  <c:v>8271</c:v>
                </c:pt>
                <c:pt idx="939">
                  <c:v>8598</c:v>
                </c:pt>
                <c:pt idx="940">
                  <c:v>5162</c:v>
                </c:pt>
                <c:pt idx="941">
                  <c:v>4193</c:v>
                </c:pt>
                <c:pt idx="942">
                  <c:v>3601</c:v>
                </c:pt>
                <c:pt idx="943">
                  <c:v>3097</c:v>
                </c:pt>
                <c:pt idx="944">
                  <c:v>4159</c:v>
                </c:pt>
                <c:pt idx="945">
                  <c:v>4194</c:v>
                </c:pt>
                <c:pt idx="946">
                  <c:v>4880</c:v>
                </c:pt>
                <c:pt idx="947">
                  <c:v>9712</c:v>
                </c:pt>
                <c:pt idx="948">
                  <c:v>10700</c:v>
                </c:pt>
                <c:pt idx="949">
                  <c:v>8268</c:v>
                </c:pt>
                <c:pt idx="950">
                  <c:v>9020</c:v>
                </c:pt>
                <c:pt idx="951">
                  <c:v>7088</c:v>
                </c:pt>
                <c:pt idx="952">
                  <c:v>4297</c:v>
                </c:pt>
                <c:pt idx="953">
                  <c:v>3613</c:v>
                </c:pt>
                <c:pt idx="954">
                  <c:v>2917</c:v>
                </c:pt>
                <c:pt idx="955">
                  <c:v>2322</c:v>
                </c:pt>
                <c:pt idx="956">
                  <c:v>2015</c:v>
                </c:pt>
                <c:pt idx="957">
                  <c:v>3002</c:v>
                </c:pt>
                <c:pt idx="958">
                  <c:v>4467</c:v>
                </c:pt>
                <c:pt idx="959">
                  <c:v>6274</c:v>
                </c:pt>
                <c:pt idx="960">
                  <c:v>11727</c:v>
                </c:pt>
                <c:pt idx="961">
                  <c:v>7078</c:v>
                </c:pt>
                <c:pt idx="962">
                  <c:v>16344</c:v>
                </c:pt>
                <c:pt idx="963">
                  <c:v>9267</c:v>
                </c:pt>
                <c:pt idx="964">
                  <c:v>5865</c:v>
                </c:pt>
                <c:pt idx="965">
                  <c:v>4846</c:v>
                </c:pt>
                <c:pt idx="966">
                  <c:v>3791</c:v>
                </c:pt>
                <c:pt idx="967">
                  <c:v>3042</c:v>
                </c:pt>
                <c:pt idx="968">
                  <c:v>2308</c:v>
                </c:pt>
                <c:pt idx="969">
                  <c:v>3266</c:v>
                </c:pt>
                <c:pt idx="970">
                  <c:v>3307</c:v>
                </c:pt>
                <c:pt idx="971">
                  <c:v>6504</c:v>
                </c:pt>
                <c:pt idx="972">
                  <c:v>11823</c:v>
                </c:pt>
                <c:pt idx="973">
                  <c:v>8122</c:v>
                </c:pt>
                <c:pt idx="974">
                  <c:v>6106</c:v>
                </c:pt>
                <c:pt idx="975">
                  <c:v>5375</c:v>
                </c:pt>
                <c:pt idx="976">
                  <c:v>4543</c:v>
                </c:pt>
                <c:pt idx="977">
                  <c:v>4648</c:v>
                </c:pt>
                <c:pt idx="978">
                  <c:v>3399</c:v>
                </c:pt>
                <c:pt idx="979">
                  <c:v>2406</c:v>
                </c:pt>
                <c:pt idx="980">
                  <c:v>2091</c:v>
                </c:pt>
                <c:pt idx="981">
                  <c:v>1935</c:v>
                </c:pt>
                <c:pt idx="982">
                  <c:v>3344</c:v>
                </c:pt>
                <c:pt idx="983">
                  <c:v>4054</c:v>
                </c:pt>
                <c:pt idx="984">
                  <c:v>6637</c:v>
                </c:pt>
                <c:pt idx="985">
                  <c:v>9206</c:v>
                </c:pt>
                <c:pt idx="986">
                  <c:v>7572</c:v>
                </c:pt>
                <c:pt idx="987">
                  <c:v>8138</c:v>
                </c:pt>
                <c:pt idx="988">
                  <c:v>4350</c:v>
                </c:pt>
                <c:pt idx="989">
                  <c:v>4792</c:v>
                </c:pt>
                <c:pt idx="990">
                  <c:v>3237</c:v>
                </c:pt>
                <c:pt idx="991">
                  <c:v>2502</c:v>
                </c:pt>
                <c:pt idx="992">
                  <c:v>2229</c:v>
                </c:pt>
                <c:pt idx="993">
                  <c:v>2972</c:v>
                </c:pt>
                <c:pt idx="994">
                  <c:v>3312</c:v>
                </c:pt>
                <c:pt idx="995">
                  <c:v>5855</c:v>
                </c:pt>
                <c:pt idx="996">
                  <c:v>4121</c:v>
                </c:pt>
                <c:pt idx="997">
                  <c:v>3282</c:v>
                </c:pt>
                <c:pt idx="998">
                  <c:v>5348</c:v>
                </c:pt>
                <c:pt idx="999">
                  <c:v>5072</c:v>
                </c:pt>
                <c:pt idx="1000">
                  <c:v>3033</c:v>
                </c:pt>
                <c:pt idx="1001">
                  <c:v>2456</c:v>
                </c:pt>
                <c:pt idx="1002">
                  <c:v>2174</c:v>
                </c:pt>
                <c:pt idx="1003">
                  <c:v>1964</c:v>
                </c:pt>
                <c:pt idx="1004">
                  <c:v>1526</c:v>
                </c:pt>
                <c:pt idx="1005">
                  <c:v>1212</c:v>
                </c:pt>
                <c:pt idx="1006">
                  <c:v>2311</c:v>
                </c:pt>
                <c:pt idx="1007">
                  <c:v>5608</c:v>
                </c:pt>
                <c:pt idx="1008">
                  <c:v>3025</c:v>
                </c:pt>
                <c:pt idx="1009">
                  <c:v>4912</c:v>
                </c:pt>
                <c:pt idx="1010">
                  <c:v>6835</c:v>
                </c:pt>
                <c:pt idx="1011">
                  <c:v>6228</c:v>
                </c:pt>
                <c:pt idx="1012">
                  <c:v>4645</c:v>
                </c:pt>
                <c:pt idx="1013">
                  <c:v>3306</c:v>
                </c:pt>
                <c:pt idx="1014">
                  <c:v>2649</c:v>
                </c:pt>
                <c:pt idx="1015">
                  <c:v>1908</c:v>
                </c:pt>
                <c:pt idx="1016">
                  <c:v>2301</c:v>
                </c:pt>
                <c:pt idx="1017">
                  <c:v>1546</c:v>
                </c:pt>
                <c:pt idx="1018">
                  <c:v>3022</c:v>
                </c:pt>
                <c:pt idx="1019">
                  <c:v>4579</c:v>
                </c:pt>
                <c:pt idx="1020">
                  <c:v>9711</c:v>
                </c:pt>
                <c:pt idx="1021">
                  <c:v>7014</c:v>
                </c:pt>
                <c:pt idx="1022">
                  <c:v>7913</c:v>
                </c:pt>
                <c:pt idx="1023">
                  <c:v>4226</c:v>
                </c:pt>
                <c:pt idx="1024">
                  <c:v>3414</c:v>
                </c:pt>
                <c:pt idx="1025">
                  <c:v>3730</c:v>
                </c:pt>
                <c:pt idx="1026">
                  <c:v>2457</c:v>
                </c:pt>
                <c:pt idx="1027">
                  <c:v>2101</c:v>
                </c:pt>
                <c:pt idx="1028">
                  <c:v>1850</c:v>
                </c:pt>
                <c:pt idx="1029">
                  <c:v>2050</c:v>
                </c:pt>
                <c:pt idx="1030">
                  <c:v>3396</c:v>
                </c:pt>
                <c:pt idx="1031">
                  <c:v>4901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43E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D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tickLblSkip val="120"/>
        <c:tickMarkSkip val="12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</c:spPr>
    </c:plotArea>
    <c:plotVisOnly val="1"/>
  </c:chart>
  <c:spPr>
    <a:solidFill xmlns:a="http://schemas.openxmlformats.org/drawingml/2006/main">
      <a:srgbClr val="F6F3EB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Média mensal histórica</c:v>
          </c:tx>
          <c:spPr>
            <a:solidFill xmlns:a="http://schemas.openxmlformats.org/drawingml/2006/main">
              <a:srgbClr val="007F80"/>
            </a:solidFill>
          </c:spPr>
          <c:cat>
            <c:strRef>
              <c:f>'Chart Data'!$A$2:$A$13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8846.8488</c:v>
                </c:pt>
                <c:pt idx="1">
                  <c:v>9271.7674</c:v>
                </c:pt>
                <c:pt idx="2">
                  <c:v>8925.2209</c:v>
                </c:pt>
                <c:pt idx="3">
                  <c:v>6728.5814</c:v>
                </c:pt>
                <c:pt idx="4">
                  <c:v>4615.1163</c:v>
                </c:pt>
                <c:pt idx="5">
                  <c:v>3780.0814</c:v>
                </c:pt>
                <c:pt idx="6">
                  <c:v>3088.4651</c:v>
                </c:pt>
                <c:pt idx="7">
                  <c:v>2586.2674</c:v>
                </c:pt>
                <c:pt idx="8">
                  <c:v>2464.8372</c:v>
                </c:pt>
                <c:pt idx="9">
                  <c:v>2831.3721</c:v>
                </c:pt>
                <c:pt idx="10">
                  <c:v>3882.3256</c:v>
                </c:pt>
                <c:pt idx="11">
                  <c:v>6238.9186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43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D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</c:spPr>
    </c:plotArea>
    <c:plotVisOnly val="1"/>
  </c:chart>
  <c:spPr>
    <a:solidFill xmlns:a="http://schemas.openxmlformats.org/drawingml/2006/main">
      <a:srgbClr val="F6F3EB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RMSE</c:v>
          </c:tx>
          <c:spPr>
            <a:solidFill xmlns:a="http://schemas.openxmlformats.org/drawingml/2006/main">
              <a:srgbClr val="007F80"/>
            </a:solidFill>
          </c:spPr>
          <c:cat>
            <c:strRef>
              <c:f>'Chart Data'!$A$2:$A$5</c:f>
              <c:strCache>
                <c:ptCount val="4"/>
                <c:pt idx="0">
                  <c:v>Ingênuo sazonal</c:v>
                </c:pt>
                <c:pt idx="1">
                  <c:v>Média por mês</c:v>
                </c:pt>
                <c:pt idx="2">
                  <c:v>SARIMA</c:v>
                </c:pt>
                <c:pt idx="3">
                  <c:v>ARIMA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2013</c:v>
                </c:pt>
                <c:pt idx="1">
                  <c:v>2215</c:v>
                </c:pt>
                <c:pt idx="2">
                  <c:v>2234</c:v>
                </c:pt>
                <c:pt idx="3">
                  <c:v>2390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43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D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</c:spPr>
    </c:plotArea>
    <c:plotVisOnly val="1"/>
  </c:chart>
  <c:spPr>
    <a:solidFill xmlns:a="http://schemas.openxmlformats.org/drawingml/2006/main">
      <a:srgbClr val="F6F3EB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Observado</c:v>
          </c:tx>
          <c:spPr>
            <a:solidFill xmlns:a="http://schemas.openxmlformats.org/drawingml/2006/main">
              <a:srgbClr val="18343E"/>
            </a:solidFill>
            <a:ln xmlns:a="http://schemas.openxmlformats.org/drawingml/2006/main" w="28575">
              <a:solidFill>
                <a:srgbClr val="18343E"/>
              </a:solidFill>
            </a:ln>
          </c:spPr>
          <c:marker>
            <c:symbol val="none"/>
          </c:marker>
          <c:cat>
            <c:strRef>
              <c:f>'Chart Data'!$A$2:$A$37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Data'!$B$2:$B$37</c:f>
              <c:numCache>
                <c:formatCode>0</c:formatCode>
                <c:ptCount val="36"/>
                <c:pt idx="0">
                  <c:v>4121</c:v>
                </c:pt>
                <c:pt idx="1">
                  <c:v>3282</c:v>
                </c:pt>
                <c:pt idx="2">
                  <c:v>5348</c:v>
                </c:pt>
                <c:pt idx="3">
                  <c:v>5072</c:v>
                </c:pt>
                <c:pt idx="4">
                  <c:v>3033</c:v>
                </c:pt>
                <c:pt idx="5">
                  <c:v>2456</c:v>
                </c:pt>
                <c:pt idx="6">
                  <c:v>2174</c:v>
                </c:pt>
                <c:pt idx="7">
                  <c:v>1964</c:v>
                </c:pt>
                <c:pt idx="8">
                  <c:v>1526</c:v>
                </c:pt>
                <c:pt idx="9">
                  <c:v>1212</c:v>
                </c:pt>
                <c:pt idx="10">
                  <c:v>2311</c:v>
                </c:pt>
                <c:pt idx="11">
                  <c:v>5608</c:v>
                </c:pt>
                <c:pt idx="12">
                  <c:v>3025</c:v>
                </c:pt>
                <c:pt idx="13">
                  <c:v>4912</c:v>
                </c:pt>
                <c:pt idx="14">
                  <c:v>6835</c:v>
                </c:pt>
                <c:pt idx="15">
                  <c:v>6228</c:v>
                </c:pt>
                <c:pt idx="16">
                  <c:v>4645</c:v>
                </c:pt>
                <c:pt idx="17">
                  <c:v>3306</c:v>
                </c:pt>
                <c:pt idx="18">
                  <c:v>2649</c:v>
                </c:pt>
                <c:pt idx="19">
                  <c:v>1908</c:v>
                </c:pt>
                <c:pt idx="20">
                  <c:v>2301</c:v>
                </c:pt>
                <c:pt idx="21">
                  <c:v>1546</c:v>
                </c:pt>
                <c:pt idx="22">
                  <c:v>3022</c:v>
                </c:pt>
                <c:pt idx="23">
                  <c:v>4579</c:v>
                </c:pt>
                <c:pt idx="24">
                  <c:v>9711</c:v>
                </c:pt>
                <c:pt idx="25">
                  <c:v>7014</c:v>
                </c:pt>
                <c:pt idx="26">
                  <c:v>7913</c:v>
                </c:pt>
                <c:pt idx="27">
                  <c:v>4226</c:v>
                </c:pt>
                <c:pt idx="28">
                  <c:v>3414</c:v>
                </c:pt>
                <c:pt idx="29">
                  <c:v>3730</c:v>
                </c:pt>
                <c:pt idx="30">
                  <c:v>2457</c:v>
                </c:pt>
                <c:pt idx="31">
                  <c:v>2101</c:v>
                </c:pt>
                <c:pt idx="32">
                  <c:v>1850</c:v>
                </c:pt>
                <c:pt idx="33">
                  <c:v>2050</c:v>
                </c:pt>
                <c:pt idx="34">
                  <c:v>3396</c:v>
                </c:pt>
                <c:pt idx="35">
                  <c:v>4901</c:v>
                </c:pt>
              </c:numCache>
            </c:numRef>
          </c:val>
          <c:smooth val="0"/>
        </c:ser>
        <c:ser>
          <c:idx val="1"/>
          <c:order val="1"/>
          <c:tx>
            <c:v>ARIMA</c:v>
          </c:tx>
          <c:spPr>
            <a:solidFill xmlns:a="http://schemas.openxmlformats.org/drawingml/2006/main">
              <a:srgbClr val="007F80"/>
            </a:solidFill>
            <a:ln xmlns:a="http://schemas.openxmlformats.org/drawingml/2006/main" w="28575">
              <a:solidFill>
                <a:srgbClr val="007F80"/>
              </a:solidFill>
            </a:ln>
          </c:spPr>
          <c:marker>
            <c:symbol val="none"/>
          </c:marker>
          <c:cat>
            <c:strRef>
              <c:f>'Chart Data'!$C$2:$C$37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Data'!$D$2:$D$37</c:f>
              <c:numCache>
                <c:formatCode>0</c:formatCode>
                <c:ptCount val="36"/>
                <c:pt idx="0">
                  <c:v>7436.407</c:v>
                </c:pt>
                <c:pt idx="1">
                  <c:v>8766.7681</c:v>
                </c:pt>
                <c:pt idx="2">
                  <c:v>8756.896</c:v>
                </c:pt>
                <c:pt idx="3">
                  <c:v>7541.0389</c:v>
                </c:pt>
                <c:pt idx="4">
                  <c:v>5932.1731</c:v>
                </c:pt>
                <c:pt idx="5">
                  <c:v>4603.9819</c:v>
                </c:pt>
                <c:pt idx="6">
                  <c:v>3778.6387</c:v>
                </c:pt>
                <c:pt idx="7">
                  <c:v>3422.2281</c:v>
                </c:pt>
                <c:pt idx="8">
                  <c:v>3454.6308</c:v>
                </c:pt>
                <c:pt idx="9">
                  <c:v>3820.6824</c:v>
                </c:pt>
                <c:pt idx="10">
                  <c:v>4472.649</c:v>
                </c:pt>
                <c:pt idx="11">
                  <c:v>5314.7623</c:v>
                </c:pt>
                <c:pt idx="12">
                  <c:v>6154.7339</c:v>
                </c:pt>
                <c:pt idx="13">
                  <c:v>6730.1064</c:v>
                </c:pt>
                <c:pt idx="14">
                  <c:v>6841.6578</c:v>
                </c:pt>
                <c:pt idx="15">
                  <c:v>6491.5407</c:v>
                </c:pt>
                <c:pt idx="16">
                  <c:v>5873.4941</c:v>
                </c:pt>
                <c:pt idx="17">
                  <c:v>5229.8819</c:v>
                </c:pt>
                <c:pt idx="18">
                  <c:v>4730.0179</c:v>
                </c:pt>
                <c:pt idx="19">
                  <c:v>4446.7669</c:v>
                </c:pt>
                <c:pt idx="20">
                  <c:v>4389.2177</c:v>
                </c:pt>
                <c:pt idx="21">
                  <c:v>4534.1674</c:v>
                </c:pt>
                <c:pt idx="22">
                  <c:v>4836.8113</c:v>
                </c:pt>
                <c:pt idx="23">
                  <c:v>5227.6832</c:v>
                </c:pt>
                <c:pt idx="24">
                  <c:v>5612.4226</c:v>
                </c:pt>
                <c:pt idx="25">
                  <c:v>5889.5744</c:v>
                </c:pt>
                <c:pt idx="26">
                  <c:v>5986.7073</c:v>
                </c:pt>
                <c:pt idx="27">
                  <c:v>5892.8153</c:v>
                </c:pt>
                <c:pt idx="28">
                  <c:v>5660.3568</c:v>
                </c:pt>
                <c:pt idx="29">
                  <c:v>5375.1723</c:v>
                </c:pt>
                <c:pt idx="30">
                  <c:v>5118.8066</c:v>
                </c:pt>
                <c:pt idx="31">
                  <c:v>4946.0843</c:v>
                </c:pt>
                <c:pt idx="32">
                  <c:v>4881.1232</c:v>
                </c:pt>
                <c:pt idx="33">
                  <c:v>4922.4573</c:v>
                </c:pt>
                <c:pt idx="34">
                  <c:v>5048.957</c:v>
                </c:pt>
                <c:pt idx="35">
                  <c:v>5224.5114</c:v>
                </c:pt>
              </c:numCache>
            </c:numRef>
          </c:val>
          <c:smooth val="0"/>
        </c:ser>
        <c:ser>
          <c:idx val="2"/>
          <c:order val="2"/>
          <c:tx>
            <c:v>SARIMA</c:v>
          </c:tx>
          <c:spPr>
            <a:solidFill xmlns:a="http://schemas.openxmlformats.org/drawingml/2006/main">
              <a:srgbClr val="C48730"/>
            </a:solidFill>
            <a:ln xmlns:a="http://schemas.openxmlformats.org/drawingml/2006/main" w="28575">
              <a:solidFill>
                <a:srgbClr val="C48730"/>
              </a:solidFill>
            </a:ln>
          </c:spPr>
          <c:marker>
            <c:symbol val="none"/>
          </c:marker>
          <c:cat>
            <c:strRef>
              <c:f>'Chart Data'!$E$2:$E$37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Data'!$F$2:$F$37</c:f>
              <c:numCache>
                <c:formatCode>0</c:formatCode>
                <c:ptCount val="36"/>
                <c:pt idx="0">
                  <c:v>8681.1905</c:v>
                </c:pt>
                <c:pt idx="1">
                  <c:v>9129.0902</c:v>
                </c:pt>
                <c:pt idx="2">
                  <c:v>8846.4664</c:v>
                </c:pt>
                <c:pt idx="3">
                  <c:v>6862.7887</c:v>
                </c:pt>
                <c:pt idx="4">
                  <c:v>4807.1223</c:v>
                </c:pt>
                <c:pt idx="5">
                  <c:v>3998.6122</c:v>
                </c:pt>
                <c:pt idx="6">
                  <c:v>3280.4836</c:v>
                </c:pt>
                <c:pt idx="7">
                  <c:v>2754.7172</c:v>
                </c:pt>
                <c:pt idx="8">
                  <c:v>2603.8927</c:v>
                </c:pt>
                <c:pt idx="9">
                  <c:v>2946.0494</c:v>
                </c:pt>
                <c:pt idx="10">
                  <c:v>3984.2969</c:v>
                </c:pt>
                <c:pt idx="11">
                  <c:v>6389.5858</c:v>
                </c:pt>
                <c:pt idx="12">
                  <c:v>9167.5431</c:v>
                </c:pt>
                <c:pt idx="13">
                  <c:v>9453.3976</c:v>
                </c:pt>
                <c:pt idx="14">
                  <c:v>9051.2188</c:v>
                </c:pt>
                <c:pt idx="15">
                  <c:v>6969.0905</c:v>
                </c:pt>
                <c:pt idx="16">
                  <c:v>4858.2374</c:v>
                </c:pt>
                <c:pt idx="17">
                  <c:v>4028.2661</c:v>
                </c:pt>
                <c:pt idx="18">
                  <c:v>3297.7982</c:v>
                </c:pt>
                <c:pt idx="19">
                  <c:v>2765.2675</c:v>
                </c:pt>
                <c:pt idx="20">
                  <c:v>2611.1963</c:v>
                </c:pt>
                <c:pt idx="21">
                  <c:v>2952.037</c:v>
                </c:pt>
                <c:pt idx="22">
                  <c:v>3989.9341</c:v>
                </c:pt>
                <c:pt idx="23">
                  <c:v>6395.2683</c:v>
                </c:pt>
                <c:pt idx="24">
                  <c:v>9171.9916</c:v>
                </c:pt>
                <c:pt idx="25">
                  <c:v>9456.025</c:v>
                </c:pt>
                <c:pt idx="26">
                  <c:v>9052.6118</c:v>
                </c:pt>
                <c:pt idx="27">
                  <c:v>6970.0954</c:v>
                </c:pt>
                <c:pt idx="28">
                  <c:v>4859.1921</c:v>
                </c:pt>
                <c:pt idx="29">
                  <c:v>4029.1122</c:v>
                </c:pt>
                <c:pt idx="30">
                  <c:v>3298.5966</c:v>
                </c:pt>
                <c:pt idx="31">
                  <c:v>2766.0311</c:v>
                </c:pt>
                <c:pt idx="32">
                  <c:v>2611.9199</c:v>
                </c:pt>
                <c:pt idx="33">
                  <c:v>2952.693</c:v>
                </c:pt>
                <c:pt idx="34">
                  <c:v>3990.3748</c:v>
                </c:pt>
                <c:pt idx="35">
                  <c:v>6394.9075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43E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D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343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3EB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Observado</c:v>
          </c:tx>
          <c:spPr>
            <a:solidFill xmlns:a="http://schemas.openxmlformats.org/drawingml/2006/main">
              <a:srgbClr val="18343E"/>
            </a:solidFill>
            <a:ln xmlns:a="http://schemas.openxmlformats.org/drawingml/2006/main" w="28575">
              <a:solidFill>
                <a:srgbClr val="18343E"/>
              </a:solidFill>
            </a:ln>
          </c:spPr>
          <c:marker>
            <c:symbol val="none"/>
          </c:marker>
          <c:cat>
            <c:strRef>
              <c:f>'Chart Data'!$A$2:$A$37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Data'!$B$2:$B$37</c:f>
              <c:numCache>
                <c:formatCode>0</c:formatCode>
                <c:ptCount val="36"/>
                <c:pt idx="0">
                  <c:v>4121</c:v>
                </c:pt>
                <c:pt idx="1">
                  <c:v>3282</c:v>
                </c:pt>
                <c:pt idx="2">
                  <c:v>5348</c:v>
                </c:pt>
                <c:pt idx="3">
                  <c:v>5072</c:v>
                </c:pt>
                <c:pt idx="4">
                  <c:v>3033</c:v>
                </c:pt>
                <c:pt idx="5">
                  <c:v>2456</c:v>
                </c:pt>
                <c:pt idx="6">
                  <c:v>2174</c:v>
                </c:pt>
                <c:pt idx="7">
                  <c:v>1964</c:v>
                </c:pt>
                <c:pt idx="8">
                  <c:v>1526</c:v>
                </c:pt>
                <c:pt idx="9">
                  <c:v>1212</c:v>
                </c:pt>
                <c:pt idx="10">
                  <c:v>2311</c:v>
                </c:pt>
                <c:pt idx="11">
                  <c:v>5608</c:v>
                </c:pt>
                <c:pt idx="12">
                  <c:v>3025</c:v>
                </c:pt>
                <c:pt idx="13">
                  <c:v>4912</c:v>
                </c:pt>
                <c:pt idx="14">
                  <c:v>6835</c:v>
                </c:pt>
                <c:pt idx="15">
                  <c:v>6228</c:v>
                </c:pt>
                <c:pt idx="16">
                  <c:v>4645</c:v>
                </c:pt>
                <c:pt idx="17">
                  <c:v>3306</c:v>
                </c:pt>
                <c:pt idx="18">
                  <c:v>2649</c:v>
                </c:pt>
                <c:pt idx="19">
                  <c:v>1908</c:v>
                </c:pt>
                <c:pt idx="20">
                  <c:v>2301</c:v>
                </c:pt>
                <c:pt idx="21">
                  <c:v>1546</c:v>
                </c:pt>
                <c:pt idx="22">
                  <c:v>3022</c:v>
                </c:pt>
                <c:pt idx="23">
                  <c:v>4579</c:v>
                </c:pt>
                <c:pt idx="24">
                  <c:v>9711</c:v>
                </c:pt>
                <c:pt idx="25">
                  <c:v>7014</c:v>
                </c:pt>
                <c:pt idx="26">
                  <c:v>7913</c:v>
                </c:pt>
                <c:pt idx="27">
                  <c:v>4226</c:v>
                </c:pt>
                <c:pt idx="28">
                  <c:v>3414</c:v>
                </c:pt>
                <c:pt idx="29">
                  <c:v>3730</c:v>
                </c:pt>
                <c:pt idx="30">
                  <c:v>2457</c:v>
                </c:pt>
                <c:pt idx="31">
                  <c:v>2101</c:v>
                </c:pt>
                <c:pt idx="32">
                  <c:v>1850</c:v>
                </c:pt>
                <c:pt idx="33">
                  <c:v>2050</c:v>
                </c:pt>
                <c:pt idx="34">
                  <c:v>3396</c:v>
                </c:pt>
                <c:pt idx="35">
                  <c:v>4901</c:v>
                </c:pt>
              </c:numCache>
            </c:numRef>
          </c:val>
          <c:smooth val="0"/>
        </c:ser>
        <c:ser>
          <c:idx val="1"/>
          <c:order val="1"/>
          <c:tx>
            <c:v>Média ARIMA</c:v>
          </c:tx>
          <c:spPr>
            <a:solidFill xmlns:a="http://schemas.openxmlformats.org/drawingml/2006/main">
              <a:srgbClr val="007F80"/>
            </a:solidFill>
            <a:ln xmlns:a="http://schemas.openxmlformats.org/drawingml/2006/main" w="28575">
              <a:solidFill>
                <a:srgbClr val="007F80"/>
              </a:solidFill>
            </a:ln>
          </c:spPr>
          <c:marker>
            <c:symbol val="none"/>
          </c:marker>
          <c:cat>
            <c:strRef>
              <c:f>'Chart Data'!$C$2:$C$37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Data'!$D$2:$D$37</c:f>
              <c:numCache>
                <c:formatCode>0</c:formatCode>
                <c:ptCount val="36"/>
                <c:pt idx="0">
                  <c:v>7436.407</c:v>
                </c:pt>
                <c:pt idx="1">
                  <c:v>8766.7681</c:v>
                </c:pt>
                <c:pt idx="2">
                  <c:v>8756.896</c:v>
                </c:pt>
                <c:pt idx="3">
                  <c:v>7541.0389</c:v>
                </c:pt>
                <c:pt idx="4">
                  <c:v>5932.1731</c:v>
                </c:pt>
                <c:pt idx="5">
                  <c:v>4603.9819</c:v>
                </c:pt>
                <c:pt idx="6">
                  <c:v>3778.6387</c:v>
                </c:pt>
                <c:pt idx="7">
                  <c:v>3422.2281</c:v>
                </c:pt>
                <c:pt idx="8">
                  <c:v>3454.6308</c:v>
                </c:pt>
                <c:pt idx="9">
                  <c:v>3820.6824</c:v>
                </c:pt>
                <c:pt idx="10">
                  <c:v>4472.649</c:v>
                </c:pt>
                <c:pt idx="11">
                  <c:v>5314.7623</c:v>
                </c:pt>
                <c:pt idx="12">
                  <c:v>6154.7339</c:v>
                </c:pt>
                <c:pt idx="13">
                  <c:v>6730.1064</c:v>
                </c:pt>
                <c:pt idx="14">
                  <c:v>6841.6578</c:v>
                </c:pt>
                <c:pt idx="15">
                  <c:v>6491.5407</c:v>
                </c:pt>
                <c:pt idx="16">
                  <c:v>5873.4941</c:v>
                </c:pt>
                <c:pt idx="17">
                  <c:v>5229.8819</c:v>
                </c:pt>
                <c:pt idx="18">
                  <c:v>4730.0179</c:v>
                </c:pt>
                <c:pt idx="19">
                  <c:v>4446.7669</c:v>
                </c:pt>
                <c:pt idx="20">
                  <c:v>4389.2177</c:v>
                </c:pt>
                <c:pt idx="21">
                  <c:v>4534.1674</c:v>
                </c:pt>
                <c:pt idx="22">
                  <c:v>4836.8113</c:v>
                </c:pt>
                <c:pt idx="23">
                  <c:v>5227.6832</c:v>
                </c:pt>
                <c:pt idx="24">
                  <c:v>5612.4226</c:v>
                </c:pt>
                <c:pt idx="25">
                  <c:v>5889.5744</c:v>
                </c:pt>
                <c:pt idx="26">
                  <c:v>5986.7073</c:v>
                </c:pt>
                <c:pt idx="27">
                  <c:v>5892.8153</c:v>
                </c:pt>
                <c:pt idx="28">
                  <c:v>5660.3568</c:v>
                </c:pt>
                <c:pt idx="29">
                  <c:v>5375.1723</c:v>
                </c:pt>
                <c:pt idx="30">
                  <c:v>5118.8066</c:v>
                </c:pt>
                <c:pt idx="31">
                  <c:v>4946.0843</c:v>
                </c:pt>
                <c:pt idx="32">
                  <c:v>4881.1232</c:v>
                </c:pt>
                <c:pt idx="33">
                  <c:v>4922.4573</c:v>
                </c:pt>
                <c:pt idx="34">
                  <c:v>5048.957</c:v>
                </c:pt>
                <c:pt idx="35">
                  <c:v>5224.5114</c:v>
                </c:pt>
              </c:numCache>
            </c:numRef>
          </c:val>
          <c:smooth val="0"/>
        </c:ser>
        <c:ser>
          <c:idx val="2"/>
          <c:order val="2"/>
          <c:tx>
            <c:v>Limite inferior 95%</c:v>
          </c:tx>
          <c:spPr>
            <a:solidFill xmlns:a="http://schemas.openxmlformats.org/drawingml/2006/main">
              <a:srgbClr val="8B9A9D"/>
            </a:solidFill>
            <a:ln xmlns:a="http://schemas.openxmlformats.org/drawingml/2006/main" w="14288">
              <a:solidFill>
                <a:srgbClr val="8B9A9D"/>
              </a:solidFill>
            </a:ln>
          </c:spPr>
          <c:marker>
            <c:symbol val="none"/>
          </c:marker>
          <c:cat>
            <c:strRef>
              <c:f>'Chart Data'!$E$2:$E$37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Data'!$F$2:$F$37</c:f>
              <c:numCache>
                <c:formatCode>0</c:formatCode>
                <c:ptCount val="36"/>
                <c:pt idx="0">
                  <c:v>4457.3904</c:v>
                </c:pt>
                <c:pt idx="1">
                  <c:v>4326.3858</c:v>
                </c:pt>
                <c:pt idx="2">
                  <c:v>3763.0039</c:v>
                </c:pt>
                <c:pt idx="3">
                  <c:v>3051.6149</c:v>
                </c:pt>
                <c:pt idx="4">
                  <c:v>2382.22</c:v>
                </c:pt>
                <c:pt idx="5">
                  <c:v>1840.1108</c:v>
                </c:pt>
                <c:pt idx="6">
                  <c:v>1457.917</c:v>
                </c:pt>
                <c:pt idx="7">
                  <c:v>1244.908</c:v>
                </c:pt>
                <c:pt idx="8">
                  <c:v>1191.88</c:v>
                </c:pt>
                <c:pt idx="9">
                  <c:v>1282.6954</c:v>
                </c:pt>
                <c:pt idx="10">
                  <c:v>1494.1625</c:v>
                </c:pt>
                <c:pt idx="11">
                  <c:v>1773.967</c:v>
                </c:pt>
                <c:pt idx="12">
                  <c:v>2029.9224</c:v>
                </c:pt>
                <c:pt idx="13">
                  <c:v>2168.7906</c:v>
                </c:pt>
                <c:pt idx="14">
                  <c:v>2154.0839</c:v>
                </c:pt>
                <c:pt idx="15">
                  <c:v>2016.6032</c:v>
                </c:pt>
                <c:pt idx="16">
                  <c:v>1818.8652</c:v>
                </c:pt>
                <c:pt idx="17">
                  <c:v>1619.4032</c:v>
                </c:pt>
                <c:pt idx="18">
                  <c:v>1458.4269</c:v>
                </c:pt>
                <c:pt idx="19">
                  <c:v>1358.0486</c:v>
                </c:pt>
                <c:pt idx="20">
                  <c:v>1326.4643</c:v>
                </c:pt>
                <c:pt idx="21">
                  <c:v>1361.1343</c:v>
                </c:pt>
                <c:pt idx="22">
                  <c:v>1449.193</c:v>
                </c:pt>
                <c:pt idx="23">
                  <c:v>1566.305</c:v>
                </c:pt>
                <c:pt idx="24">
                  <c:v>1679.0873</c:v>
                </c:pt>
                <c:pt idx="25">
                  <c:v>1755.037</c:v>
                </c:pt>
                <c:pt idx="26">
                  <c:v>1775.498</c:v>
                </c:pt>
                <c:pt idx="27">
                  <c:v>1741.8594</c:v>
                </c:pt>
                <c:pt idx="28">
                  <c:v>1671.2558</c:v>
                </c:pt>
                <c:pt idx="29">
                  <c:v>1587.0224</c:v>
                </c:pt>
                <c:pt idx="30">
                  <c:v>1510.5774</c:v>
                </c:pt>
                <c:pt idx="31">
                  <c:v>1457.2301</c:v>
                </c:pt>
                <c:pt idx="32">
                  <c:v>1435.0001</c:v>
                </c:pt>
                <c:pt idx="33">
                  <c:v>1444.7923</c:v>
                </c:pt>
                <c:pt idx="34">
                  <c:v>1480.9709</c:v>
                </c:pt>
                <c:pt idx="35">
                  <c:v>1532.4107</c:v>
                </c:pt>
              </c:numCache>
            </c:numRef>
          </c:val>
          <c:smooth val="0"/>
        </c:ser>
        <c:ser>
          <c:idx val="3"/>
          <c:order val="3"/>
          <c:tx>
            <c:v>Limite superior 95%</c:v>
          </c:tx>
          <c:spPr>
            <a:solidFill xmlns:a="http://schemas.openxmlformats.org/drawingml/2006/main">
              <a:srgbClr val="C48730"/>
            </a:solidFill>
            <a:ln xmlns:a="http://schemas.openxmlformats.org/drawingml/2006/main" w="14288">
              <a:solidFill>
                <a:srgbClr val="C48730"/>
              </a:solidFill>
            </a:ln>
          </c:spPr>
          <c:marker>
            <c:symbol val="none"/>
          </c:marker>
          <c:cat>
            <c:strRef>
              <c:f>'Chart Data'!$G$2:$G$37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Data'!$H$2:$H$37</c:f>
              <c:numCache>
                <c:formatCode>0</c:formatCode>
                <c:ptCount val="36"/>
                <c:pt idx="0">
                  <c:v>11679.3987</c:v>
                </c:pt>
                <c:pt idx="1">
                  <c:v>15908.5941</c:v>
                </c:pt>
                <c:pt idx="2">
                  <c:v>17478.5207</c:v>
                </c:pt>
                <c:pt idx="3">
                  <c:v>15658.3721</c:v>
                </c:pt>
                <c:pt idx="4">
                  <c:v>12379.0417</c:v>
                </c:pt>
                <c:pt idx="5">
                  <c:v>9636.8757</c:v>
                </c:pt>
                <c:pt idx="6">
                  <c:v>8089.8997</c:v>
                </c:pt>
                <c:pt idx="7">
                  <c:v>7602.351</c:v>
                </c:pt>
                <c:pt idx="8">
                  <c:v>7926.9118</c:v>
                </c:pt>
                <c:pt idx="9">
                  <c:v>8911.6994</c:v>
                </c:pt>
                <c:pt idx="10">
                  <c:v>10463.2461</c:v>
                </c:pt>
                <c:pt idx="11">
                  <c:v>12439.6066</c:v>
                </c:pt>
                <c:pt idx="12">
                  <c:v>14508.2683</c:v>
                </c:pt>
                <c:pt idx="13">
                  <c:v>16082.9417</c:v>
                </c:pt>
                <c:pt idx="14">
                  <c:v>16572.6914</c:v>
                </c:pt>
                <c:pt idx="15">
                  <c:v>15847.1747</c:v>
                </c:pt>
                <c:pt idx="16">
                  <c:v>14364.4705</c:v>
                </c:pt>
                <c:pt idx="17">
                  <c:v>12791.118</c:v>
                </c:pt>
                <c:pt idx="18">
                  <c:v>11596.823</c:v>
                </c:pt>
                <c:pt idx="19">
                  <c:v>10962.3139</c:v>
                </c:pt>
                <c:pt idx="20">
                  <c:v>10885.5698</c:v>
                </c:pt>
                <c:pt idx="21">
                  <c:v>11287.9396</c:v>
                </c:pt>
                <c:pt idx="22">
                  <c:v>12054.5585</c:v>
                </c:pt>
                <c:pt idx="23">
                  <c:v>13028.7103</c:v>
                </c:pt>
                <c:pt idx="24">
                  <c:v>13999.3575</c:v>
                </c:pt>
                <c:pt idx="25">
                  <c:v>14723.7002</c:v>
                </c:pt>
                <c:pt idx="26">
                  <c:v>15006.9465</c:v>
                </c:pt>
                <c:pt idx="27">
                  <c:v>14799.3098</c:v>
                </c:pt>
                <c:pt idx="28">
                  <c:v>14224.5831</c:v>
                </c:pt>
                <c:pt idx="29">
                  <c:v>13508.0574</c:v>
                </c:pt>
                <c:pt idx="30">
                  <c:v>12867.4137</c:v>
                </c:pt>
                <c:pt idx="31">
                  <c:v>12444.6586</c:v>
                </c:pt>
                <c:pt idx="32">
                  <c:v>12296.1056</c:v>
                </c:pt>
                <c:pt idx="33">
                  <c:v>12411.6245</c:v>
                </c:pt>
                <c:pt idx="34">
                  <c:v>12735.1792</c:v>
                </c:pt>
                <c:pt idx="35">
                  <c:v>13178.2488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43E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D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343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3EB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Observado</c:v>
          </c:tx>
          <c:spPr>
            <a:solidFill xmlns:a="http://schemas.openxmlformats.org/drawingml/2006/main">
              <a:srgbClr val="18343E"/>
            </a:solidFill>
            <a:ln xmlns:a="http://schemas.openxmlformats.org/drawingml/2006/main" w="28575">
              <a:solidFill>
                <a:srgbClr val="18343E"/>
              </a:solidFill>
            </a:ln>
          </c:spPr>
          <c:marker>
            <c:symbol val="none"/>
          </c:marker>
          <c:cat>
            <c:strRef>
              <c:f>'Chart Data'!$A$2:$A$37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Data'!$B$2:$B$37</c:f>
              <c:numCache>
                <c:formatCode>0</c:formatCode>
                <c:ptCount val="36"/>
                <c:pt idx="0">
                  <c:v>4121</c:v>
                </c:pt>
                <c:pt idx="1">
                  <c:v>3282</c:v>
                </c:pt>
                <c:pt idx="2">
                  <c:v>5348</c:v>
                </c:pt>
                <c:pt idx="3">
                  <c:v>5072</c:v>
                </c:pt>
                <c:pt idx="4">
                  <c:v>3033</c:v>
                </c:pt>
                <c:pt idx="5">
                  <c:v>2456</c:v>
                </c:pt>
                <c:pt idx="6">
                  <c:v>2174</c:v>
                </c:pt>
                <c:pt idx="7">
                  <c:v>1964</c:v>
                </c:pt>
                <c:pt idx="8">
                  <c:v>1526</c:v>
                </c:pt>
                <c:pt idx="9">
                  <c:v>1212</c:v>
                </c:pt>
                <c:pt idx="10">
                  <c:v>2311</c:v>
                </c:pt>
                <c:pt idx="11">
                  <c:v>5608</c:v>
                </c:pt>
                <c:pt idx="12">
                  <c:v>3025</c:v>
                </c:pt>
                <c:pt idx="13">
                  <c:v>4912</c:v>
                </c:pt>
                <c:pt idx="14">
                  <c:v>6835</c:v>
                </c:pt>
                <c:pt idx="15">
                  <c:v>6228</c:v>
                </c:pt>
                <c:pt idx="16">
                  <c:v>4645</c:v>
                </c:pt>
                <c:pt idx="17">
                  <c:v>3306</c:v>
                </c:pt>
                <c:pt idx="18">
                  <c:v>2649</c:v>
                </c:pt>
                <c:pt idx="19">
                  <c:v>1908</c:v>
                </c:pt>
                <c:pt idx="20">
                  <c:v>2301</c:v>
                </c:pt>
                <c:pt idx="21">
                  <c:v>1546</c:v>
                </c:pt>
                <c:pt idx="22">
                  <c:v>3022</c:v>
                </c:pt>
                <c:pt idx="23">
                  <c:v>4579</c:v>
                </c:pt>
                <c:pt idx="24">
                  <c:v>9711</c:v>
                </c:pt>
                <c:pt idx="25">
                  <c:v>7014</c:v>
                </c:pt>
                <c:pt idx="26">
                  <c:v>7913</c:v>
                </c:pt>
                <c:pt idx="27">
                  <c:v>4226</c:v>
                </c:pt>
                <c:pt idx="28">
                  <c:v>3414</c:v>
                </c:pt>
                <c:pt idx="29">
                  <c:v>3730</c:v>
                </c:pt>
                <c:pt idx="30">
                  <c:v>2457</c:v>
                </c:pt>
                <c:pt idx="31">
                  <c:v>2101</c:v>
                </c:pt>
                <c:pt idx="32">
                  <c:v>1850</c:v>
                </c:pt>
                <c:pt idx="33">
                  <c:v>2050</c:v>
                </c:pt>
                <c:pt idx="34">
                  <c:v>3396</c:v>
                </c:pt>
                <c:pt idx="35">
                  <c:v>4901</c:v>
                </c:pt>
              </c:numCache>
            </c:numRef>
          </c:val>
          <c:smooth val="0"/>
        </c:ser>
        <c:ser>
          <c:idx val="1"/>
          <c:order val="1"/>
          <c:tx>
            <c:v>Média SARIMA</c:v>
          </c:tx>
          <c:spPr>
            <a:solidFill xmlns:a="http://schemas.openxmlformats.org/drawingml/2006/main">
              <a:srgbClr val="007F80"/>
            </a:solidFill>
            <a:ln xmlns:a="http://schemas.openxmlformats.org/drawingml/2006/main" w="28575">
              <a:solidFill>
                <a:srgbClr val="007F80"/>
              </a:solidFill>
            </a:ln>
          </c:spPr>
          <c:marker>
            <c:symbol val="none"/>
          </c:marker>
          <c:cat>
            <c:strRef>
              <c:f>'Chart Data'!$C$2:$C$37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Data'!$D$2:$D$37</c:f>
              <c:numCache>
                <c:formatCode>0</c:formatCode>
                <c:ptCount val="36"/>
                <c:pt idx="0">
                  <c:v>8681.1905</c:v>
                </c:pt>
                <c:pt idx="1">
                  <c:v>9129.0902</c:v>
                </c:pt>
                <c:pt idx="2">
                  <c:v>8846.4664</c:v>
                </c:pt>
                <c:pt idx="3">
                  <c:v>6862.7887</c:v>
                </c:pt>
                <c:pt idx="4">
                  <c:v>4807.1223</c:v>
                </c:pt>
                <c:pt idx="5">
                  <c:v>3998.6122</c:v>
                </c:pt>
                <c:pt idx="6">
                  <c:v>3280.4836</c:v>
                </c:pt>
                <c:pt idx="7">
                  <c:v>2754.7172</c:v>
                </c:pt>
                <c:pt idx="8">
                  <c:v>2603.8927</c:v>
                </c:pt>
                <c:pt idx="9">
                  <c:v>2946.0494</c:v>
                </c:pt>
                <c:pt idx="10">
                  <c:v>3984.2969</c:v>
                </c:pt>
                <c:pt idx="11">
                  <c:v>6389.5858</c:v>
                </c:pt>
                <c:pt idx="12">
                  <c:v>9167.5431</c:v>
                </c:pt>
                <c:pt idx="13">
                  <c:v>9453.3976</c:v>
                </c:pt>
                <c:pt idx="14">
                  <c:v>9051.2188</c:v>
                </c:pt>
                <c:pt idx="15">
                  <c:v>6969.0905</c:v>
                </c:pt>
                <c:pt idx="16">
                  <c:v>4858.2374</c:v>
                </c:pt>
                <c:pt idx="17">
                  <c:v>4028.2661</c:v>
                </c:pt>
                <c:pt idx="18">
                  <c:v>3297.7982</c:v>
                </c:pt>
                <c:pt idx="19">
                  <c:v>2765.2675</c:v>
                </c:pt>
                <c:pt idx="20">
                  <c:v>2611.1963</c:v>
                </c:pt>
                <c:pt idx="21">
                  <c:v>2952.037</c:v>
                </c:pt>
                <c:pt idx="22">
                  <c:v>3989.9341</c:v>
                </c:pt>
                <c:pt idx="23">
                  <c:v>6395.2683</c:v>
                </c:pt>
                <c:pt idx="24">
                  <c:v>9171.9916</c:v>
                </c:pt>
                <c:pt idx="25">
                  <c:v>9456.025</c:v>
                </c:pt>
                <c:pt idx="26">
                  <c:v>9052.6118</c:v>
                </c:pt>
                <c:pt idx="27">
                  <c:v>6970.0954</c:v>
                </c:pt>
                <c:pt idx="28">
                  <c:v>4859.1921</c:v>
                </c:pt>
                <c:pt idx="29">
                  <c:v>4029.1122</c:v>
                </c:pt>
                <c:pt idx="30">
                  <c:v>3298.5966</c:v>
                </c:pt>
                <c:pt idx="31">
                  <c:v>2766.0311</c:v>
                </c:pt>
                <c:pt idx="32">
                  <c:v>2611.9199</c:v>
                </c:pt>
                <c:pt idx="33">
                  <c:v>2952.693</c:v>
                </c:pt>
                <c:pt idx="34">
                  <c:v>3990.3748</c:v>
                </c:pt>
                <c:pt idx="35">
                  <c:v>6394.9075</c:v>
                </c:pt>
              </c:numCache>
            </c:numRef>
          </c:val>
          <c:smooth val="0"/>
        </c:ser>
        <c:ser>
          <c:idx val="2"/>
          <c:order val="2"/>
          <c:tx>
            <c:v>Limite inferior 95%</c:v>
          </c:tx>
          <c:spPr>
            <a:solidFill xmlns:a="http://schemas.openxmlformats.org/drawingml/2006/main">
              <a:srgbClr val="8B9A9D"/>
            </a:solidFill>
            <a:ln xmlns:a="http://schemas.openxmlformats.org/drawingml/2006/main" w="14288">
              <a:solidFill>
                <a:srgbClr val="8B9A9D"/>
              </a:solidFill>
            </a:ln>
          </c:spPr>
          <c:marker>
            <c:symbol val="none"/>
          </c:marker>
          <c:cat>
            <c:strRef>
              <c:f>'Chart Data'!$E$2:$E$37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Data'!$F$2:$F$37</c:f>
              <c:numCache>
                <c:formatCode>0</c:formatCode>
                <c:ptCount val="36"/>
                <c:pt idx="0">
                  <c:v>5757.4718</c:v>
                </c:pt>
                <c:pt idx="1">
                  <c:v>5471.9982</c:v>
                </c:pt>
                <c:pt idx="2">
                  <c:v>5062.6057</c:v>
                </c:pt>
                <c:pt idx="3">
                  <c:v>3838.7901</c:v>
                </c:pt>
                <c:pt idx="4">
                  <c:v>2658.029</c:v>
                </c:pt>
                <c:pt idx="5">
                  <c:v>2197.9118</c:v>
                </c:pt>
                <c:pt idx="6">
                  <c:v>1797.6758</c:v>
                </c:pt>
                <c:pt idx="7">
                  <c:v>1507.1753</c:v>
                </c:pt>
                <c:pt idx="8">
                  <c:v>1423.4889</c:v>
                </c:pt>
                <c:pt idx="9">
                  <c:v>1609.8549</c:v>
                </c:pt>
                <c:pt idx="10">
                  <c:v>2176.7227</c:v>
                </c:pt>
                <c:pt idx="11">
                  <c:v>3490.4008</c:v>
                </c:pt>
                <c:pt idx="12">
                  <c:v>5006.0718</c:v>
                </c:pt>
                <c:pt idx="13">
                  <c:v>5161.1798</c:v>
                </c:pt>
                <c:pt idx="14">
                  <c:v>4941.1159</c:v>
                </c:pt>
                <c:pt idx="15">
                  <c:v>3804.2734</c:v>
                </c:pt>
                <c:pt idx="16">
                  <c:v>2651.9342</c:v>
                </c:pt>
                <c:pt idx="17">
                  <c:v>2198.8528</c:v>
                </c:pt>
                <c:pt idx="18">
                  <c:v>1800.1098</c:v>
                </c:pt>
                <c:pt idx="19">
                  <c:v>1509.4214</c:v>
                </c:pt>
                <c:pt idx="20">
                  <c:v>1425.3193</c:v>
                </c:pt>
                <c:pt idx="21">
                  <c:v>1611.3661</c:v>
                </c:pt>
                <c:pt idx="22">
                  <c:v>2177.9022</c:v>
                </c:pt>
                <c:pt idx="23">
                  <c:v>3490.8578</c:v>
                </c:pt>
                <c:pt idx="24">
                  <c:v>5005.8473</c:v>
                </c:pt>
                <c:pt idx="25">
                  <c:v>5160.489</c:v>
                </c:pt>
                <c:pt idx="26">
                  <c:v>4940.1449</c:v>
                </c:pt>
                <c:pt idx="27">
                  <c:v>3803.61</c:v>
                </c:pt>
                <c:pt idx="28">
                  <c:v>2651.6543</c:v>
                </c:pt>
                <c:pt idx="29">
                  <c:v>2198.6693</c:v>
                </c:pt>
                <c:pt idx="30">
                  <c:v>1800.0252</c:v>
                </c:pt>
                <c:pt idx="31">
                  <c:v>1509.4053</c:v>
                </c:pt>
                <c:pt idx="32">
                  <c:v>1425.3072</c:v>
                </c:pt>
                <c:pt idx="33">
                  <c:v>1611.2651</c:v>
                </c:pt>
                <c:pt idx="34">
                  <c:v>2177.523</c:v>
                </c:pt>
                <c:pt idx="35">
                  <c:v>3489.6682</c:v>
                </c:pt>
              </c:numCache>
            </c:numRef>
          </c:val>
          <c:smooth val="0"/>
        </c:ser>
        <c:ser>
          <c:idx val="3"/>
          <c:order val="3"/>
          <c:tx>
            <c:v>Limite superior 95%</c:v>
          </c:tx>
          <c:spPr>
            <a:solidFill xmlns:a="http://schemas.openxmlformats.org/drawingml/2006/main">
              <a:srgbClr val="C48730"/>
            </a:solidFill>
            <a:ln xmlns:a="http://schemas.openxmlformats.org/drawingml/2006/main" w="14288">
              <a:solidFill>
                <a:srgbClr val="C48730"/>
              </a:solidFill>
            </a:ln>
          </c:spPr>
          <c:marker>
            <c:symbol val="none"/>
          </c:marker>
          <c:cat>
            <c:strRef>
              <c:f>'Chart Data'!$G$2:$G$37</c:f>
              <c:strCache>
                <c:ptCount val="36"/>
                <c:pt idx="0">
                  <c:v>Jan/14</c:v>
                </c:pt>
                <c:pt idx="1">
                  <c:v>Fev/14</c:v>
                </c:pt>
                <c:pt idx="2">
                  <c:v>Mar/14</c:v>
                </c:pt>
                <c:pt idx="3">
                  <c:v>Abr/14</c:v>
                </c:pt>
                <c:pt idx="4">
                  <c:v>Mai/14</c:v>
                </c:pt>
                <c:pt idx="5">
                  <c:v>Jun/14</c:v>
                </c:pt>
                <c:pt idx="6">
                  <c:v>Jul/14</c:v>
                </c:pt>
                <c:pt idx="7">
                  <c:v>Ago/14</c:v>
                </c:pt>
                <c:pt idx="8">
                  <c:v>Set/14</c:v>
                </c:pt>
                <c:pt idx="9">
                  <c:v>Out/14</c:v>
                </c:pt>
                <c:pt idx="10">
                  <c:v>Nov/14</c:v>
                </c:pt>
                <c:pt idx="11">
                  <c:v>Dez/14</c:v>
                </c:pt>
                <c:pt idx="12">
                  <c:v>Jan/15</c:v>
                </c:pt>
                <c:pt idx="13">
                  <c:v>Fev/15</c:v>
                </c:pt>
                <c:pt idx="14">
                  <c:v>Mar/15</c:v>
                </c:pt>
                <c:pt idx="15">
                  <c:v>Abr/15</c:v>
                </c:pt>
                <c:pt idx="16">
                  <c:v>Mai/15</c:v>
                </c:pt>
                <c:pt idx="17">
                  <c:v>Jun/15</c:v>
                </c:pt>
                <c:pt idx="18">
                  <c:v>Jul/15</c:v>
                </c:pt>
                <c:pt idx="19">
                  <c:v>Ago/15</c:v>
                </c:pt>
                <c:pt idx="20">
                  <c:v>Set/15</c:v>
                </c:pt>
                <c:pt idx="21">
                  <c:v>Out/15</c:v>
                </c:pt>
                <c:pt idx="22">
                  <c:v>Nov/15</c:v>
                </c:pt>
                <c:pt idx="23">
                  <c:v>Dez/15</c:v>
                </c:pt>
                <c:pt idx="24">
                  <c:v>Jan/16</c:v>
                </c:pt>
                <c:pt idx="25">
                  <c:v>Fev/16</c:v>
                </c:pt>
                <c:pt idx="26">
                  <c:v>Mar/16</c:v>
                </c:pt>
                <c:pt idx="27">
                  <c:v>Abr/16</c:v>
                </c:pt>
                <c:pt idx="28">
                  <c:v>Mai/16</c:v>
                </c:pt>
                <c:pt idx="29">
                  <c:v>Jun/16</c:v>
                </c:pt>
                <c:pt idx="30">
                  <c:v>Jul/16</c:v>
                </c:pt>
                <c:pt idx="31">
                  <c:v>Ago/16</c:v>
                </c:pt>
                <c:pt idx="32">
                  <c:v>Set/16</c:v>
                </c:pt>
                <c:pt idx="33">
                  <c:v>Out/16</c:v>
                </c:pt>
                <c:pt idx="34">
                  <c:v>Nov/16</c:v>
                </c:pt>
                <c:pt idx="35">
                  <c:v>Dez/16</c:v>
                </c:pt>
              </c:strCache>
            </c:strRef>
          </c:cat>
          <c:val>
            <c:numRef>
              <c:f>'Chart Data'!$H$2:$H$37</c:f>
              <c:numCache>
                <c:formatCode>0</c:formatCode>
                <c:ptCount val="36"/>
                <c:pt idx="0">
                  <c:v>12579.46</c:v>
                </c:pt>
                <c:pt idx="1">
                  <c:v>14337.8526</c:v>
                </c:pt>
                <c:pt idx="2">
                  <c:v>14397.6059</c:v>
                </c:pt>
                <c:pt idx="3">
                  <c:v>11363.6563</c:v>
                </c:pt>
                <c:pt idx="4">
                  <c:v>8029.1435</c:v>
                </c:pt>
                <c:pt idx="5">
                  <c:v>6708.3667</c:v>
                </c:pt>
                <c:pt idx="6">
                  <c:v>5516.1421</c:v>
                </c:pt>
                <c:pt idx="7">
                  <c:v>4637.5247</c:v>
                </c:pt>
                <c:pt idx="8">
                  <c:v>4386.2886</c:v>
                </c:pt>
                <c:pt idx="9">
                  <c:v>4964.2238</c:v>
                </c:pt>
                <c:pt idx="10">
                  <c:v>6714.8132</c:v>
                </c:pt>
                <c:pt idx="11">
                  <c:v>10769.3942</c:v>
                </c:pt>
                <c:pt idx="12">
                  <c:v>15455.728</c:v>
                </c:pt>
                <c:pt idx="13">
                  <c:v>15939.9231</c:v>
                </c:pt>
                <c:pt idx="14">
                  <c:v>15262.9127</c:v>
                </c:pt>
                <c:pt idx="15">
                  <c:v>11752.3062</c:v>
                </c:pt>
                <c:pt idx="16">
                  <c:v>8192.8377</c:v>
                </c:pt>
                <c:pt idx="17">
                  <c:v>6793.26</c:v>
                </c:pt>
                <c:pt idx="18">
                  <c:v>5561.43</c:v>
                </c:pt>
                <c:pt idx="19">
                  <c:v>4663.3789</c:v>
                </c:pt>
                <c:pt idx="20">
                  <c:v>4403.5569</c:v>
                </c:pt>
                <c:pt idx="21">
                  <c:v>4978.357</c:v>
                </c:pt>
                <c:pt idx="22">
                  <c:v>6728.6788</c:v>
                </c:pt>
                <c:pt idx="23">
                  <c:v>10785.0532</c:v>
                </c:pt>
                <c:pt idx="24">
                  <c:v>15469.3262</c:v>
                </c:pt>
                <c:pt idx="25">
                  <c:v>15949.2382</c:v>
                </c:pt>
                <c:pt idx="26">
                  <c:v>15269.2416</c:v>
                </c:pt>
                <c:pt idx="27">
                  <c:v>11756.7868</c:v>
                </c:pt>
                <c:pt idx="28">
                  <c:v>8196.2894</c:v>
                </c:pt>
                <c:pt idx="29">
                  <c:v>6796.1705</c:v>
                </c:pt>
                <c:pt idx="30">
                  <c:v>5563.9725</c:v>
                </c:pt>
                <c:pt idx="31">
                  <c:v>4665.6616</c:v>
                </c:pt>
                <c:pt idx="32">
                  <c:v>4405.713</c:v>
                </c:pt>
                <c:pt idx="33">
                  <c:v>4980.5188</c:v>
                </c:pt>
                <c:pt idx="34">
                  <c:v>6730.847</c:v>
                </c:pt>
                <c:pt idx="35">
                  <c:v>10786.7269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43E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D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343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3EB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Média ARIMA</c:v>
          </c:tx>
          <c:spPr>
            <a:solidFill xmlns:a="http://schemas.openxmlformats.org/drawingml/2006/main">
              <a:srgbClr val="18343E"/>
            </a:solidFill>
            <a:ln xmlns:a="http://schemas.openxmlformats.org/drawingml/2006/main" w="28575">
              <a:solidFill>
                <a:srgbClr val="18343E"/>
              </a:solidFill>
            </a:ln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7007.2422</c:v>
                </c:pt>
                <c:pt idx="1">
                  <c:v>8721.1541</c:v>
                </c:pt>
                <c:pt idx="2">
                  <c:v>9130.0708</c:v>
                </c:pt>
                <c:pt idx="3">
                  <c:v>8098.8118</c:v>
                </c:pt>
                <c:pt idx="4">
                  <c:v>6418.6619</c:v>
                </c:pt>
                <c:pt idx="5">
                  <c:v>4913.1223</c:v>
                </c:pt>
                <c:pt idx="6">
                  <c:v>3915.566</c:v>
                </c:pt>
                <c:pt idx="7">
                  <c:v>3419.9866</c:v>
                </c:pt>
                <c:pt idx="8">
                  <c:v>3337.499</c:v>
                </c:pt>
                <c:pt idx="9">
                  <c:v>3604.1403</c:v>
                </c:pt>
                <c:pt idx="10">
                  <c:v>4179.0301</c:v>
                </c:pt>
                <c:pt idx="11">
                  <c:v>4991.8373</c:v>
                </c:pt>
              </c:numCache>
            </c:numRef>
          </c:val>
          <c:smooth val="0"/>
        </c:ser>
        <c:ser>
          <c:idx val="1"/>
          <c:order val="1"/>
          <c:tx>
            <c:v>Média SARIMA</c:v>
          </c:tx>
          <c:spPr>
            <a:solidFill xmlns:a="http://schemas.openxmlformats.org/drawingml/2006/main">
              <a:srgbClr val="007F80"/>
            </a:solidFill>
            <a:ln xmlns:a="http://schemas.openxmlformats.org/drawingml/2006/main" w="28575">
              <a:solidFill>
                <a:srgbClr val="007F80"/>
              </a:solidFill>
            </a:ln>
          </c:spPr>
          <c:marker>
            <c:symbol val="none"/>
          </c:marker>
          <c:cat>
            <c:strRef>
              <c:f>'Chart Data'!$C$2:$C$13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7380.9213</c:v>
                </c:pt>
                <c:pt idx="1">
                  <c:v>8034.5233</c:v>
                </c:pt>
                <c:pt idx="2">
                  <c:v>8167.2263</c:v>
                </c:pt>
                <c:pt idx="3">
                  <c:v>6409.4358</c:v>
                </c:pt>
                <c:pt idx="4">
                  <c:v>4549.0001</c:v>
                </c:pt>
                <c:pt idx="5">
                  <c:v>3800.3667</c:v>
                </c:pt>
                <c:pt idx="6">
                  <c:v>3136.4833</c:v>
                </c:pt>
                <c:pt idx="7">
                  <c:v>2643.9807</c:v>
                </c:pt>
                <c:pt idx="8">
                  <c:v>2502.791</c:v>
                </c:pt>
                <c:pt idx="9">
                  <c:v>2806.1352</c:v>
                </c:pt>
                <c:pt idx="10">
                  <c:v>3886.859</c:v>
                </c:pt>
                <c:pt idx="11">
                  <c:v>6239.6351</c:v>
                </c:pt>
              </c:numCache>
            </c:numRef>
          </c:val>
          <c:smooth val="0"/>
        </c:ser>
        <c:ser>
          <c:idx val="2"/>
          <c:order val="2"/>
          <c:tx>
            <c:v>SARIMA inferior 95%</c:v>
          </c:tx>
          <c:spPr>
            <a:solidFill xmlns:a="http://schemas.openxmlformats.org/drawingml/2006/main">
              <a:srgbClr val="8B9A9D"/>
            </a:solidFill>
            <a:ln xmlns:a="http://schemas.openxmlformats.org/drawingml/2006/main" w="14288">
              <a:solidFill>
                <a:srgbClr val="8B9A9D"/>
              </a:solidFill>
            </a:ln>
          </c:spPr>
          <c:marker>
            <c:symbol val="none"/>
          </c:marker>
          <c:cat>
            <c:strRef>
              <c:f>'Chart Data'!$E$2:$E$13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4848.0226</c:v>
                </c:pt>
                <c:pt idx="1">
                  <c:v>4772.9644</c:v>
                </c:pt>
                <c:pt idx="2">
                  <c:v>4639.9909</c:v>
                </c:pt>
                <c:pt idx="3">
                  <c:v>3564.5457</c:v>
                </c:pt>
                <c:pt idx="4">
                  <c:v>2503.5728</c:v>
                </c:pt>
                <c:pt idx="5">
                  <c:v>2080.7379</c:v>
                </c:pt>
                <c:pt idx="6">
                  <c:v>1712.8184</c:v>
                </c:pt>
                <c:pt idx="7">
                  <c:v>1441.9983</c:v>
                </c:pt>
                <c:pt idx="8">
                  <c:v>1364.1114</c:v>
                </c:pt>
                <c:pt idx="9">
                  <c:v>1528.9499</c:v>
                </c:pt>
                <c:pt idx="10">
                  <c:v>2117.4524</c:v>
                </c:pt>
                <c:pt idx="11">
                  <c:v>3398.9163</c:v>
                </c:pt>
              </c:numCache>
            </c:numRef>
          </c:val>
          <c:smooth val="0"/>
        </c:ser>
        <c:ser>
          <c:idx val="3"/>
          <c:order val="3"/>
          <c:tx>
            <c:v>SARIMA superior 95%</c:v>
          </c:tx>
          <c:spPr>
            <a:solidFill xmlns:a="http://schemas.openxmlformats.org/drawingml/2006/main">
              <a:srgbClr val="C48730"/>
            </a:solidFill>
            <a:ln xmlns:a="http://schemas.openxmlformats.org/drawingml/2006/main" w="14288">
              <a:solidFill>
                <a:srgbClr val="C48730"/>
              </a:solidFill>
            </a:ln>
          </c:spPr>
          <c:marker>
            <c:symbol val="none"/>
          </c:marker>
          <c:cat>
            <c:strRef>
              <c:f>'Chart Data'!$G$2:$G$13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10779.7464</c:v>
                </c:pt>
                <c:pt idx="1">
                  <c:v>12706.7329</c:v>
                </c:pt>
                <c:pt idx="2">
                  <c:v>13365.8156</c:v>
                </c:pt>
                <c:pt idx="3">
                  <c:v>10659.1578</c:v>
                </c:pt>
                <c:pt idx="4">
                  <c:v>7624.6134</c:v>
                </c:pt>
                <c:pt idx="5">
                  <c:v>6394.5126</c:v>
                </c:pt>
                <c:pt idx="6">
                  <c:v>5287.6349</c:v>
                </c:pt>
                <c:pt idx="7">
                  <c:v>4461.6422</c:v>
                </c:pt>
                <c:pt idx="8">
                  <c:v>4225.4224</c:v>
                </c:pt>
                <c:pt idx="9">
                  <c:v>4738.6939</c:v>
                </c:pt>
                <c:pt idx="10">
                  <c:v>6564.4857</c:v>
                </c:pt>
                <c:pt idx="11">
                  <c:v>10538.677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43E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D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343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3E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DE834-7878-407F-9A5F-DB1F7815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8FA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8FAF7"/>
                </a:solidFill>
                <a:latin typeface="Arial"/>
                <a:ea typeface="Arial"/>
                <a:cs typeface="Arial"/>
              </a:rPr>
              <a:t>Vazões de Ilha Solteira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0B78F-386D-48AA-AEBE-44743906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C8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C8CB"/>
                </a:solidFill>
                <a:latin typeface="Arial"/>
                <a:ea typeface="Arial"/>
                <a:cs typeface="Arial"/>
              </a:rPr>
              <a:t>01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75FC-BE3D-43A8-9CC9-6F658A73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8FAF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8FAF7"/>
                </a:solidFill>
                <a:latin typeface="Arial"/>
                <a:ea typeface="Arial"/>
                <a:cs typeface="Arial"/>
              </a:rPr>
              <a:t>ARIMA e SARIMA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7BBF6-5F53-48A3-A7F7-E8C99B8A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A5C8C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5C8CB"/>
                </a:solidFill>
                <a:latin typeface="Arial"/>
                <a:ea typeface="Arial"/>
                <a:cs typeface="Arial"/>
              </a:rPr>
              <a:t>Previsões mensais com intervalos de 95%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16ACC-7C16-46A7-B79A-C0E64F36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D9AC69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D9AC69"/>
                </a:solidFill>
                <a:latin typeface="Arial"/>
                <a:ea typeface="Arial"/>
                <a:cs typeface="Arial"/>
              </a:rPr>
              <a:t>1931–2016</a:t>
            </a:r>
          </a:p>
        </p:txBody>
      </p:sp>
    </p:spTree>
    <p:extLst>
      <p:ext uri="{BB962C8B-B14F-4D97-AF65-F5344CB8AC3E}">
        <p14:creationId xmlns:p14="http://schemas.microsoft.com/office/powerpoint/2010/main" val="13485592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41DF2-A5A8-4891-A8A0-D9EC52BC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O problema de previsão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39D9D-2CF6-4C85-9651-5DE8BCC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02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F3C99-2ACB-4D77-B7BA-138DF48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Quanto podemos prever</a:t>
            </a:r>
          </a:p>
          <a:p xmlns:a="http://schemas.openxmlformats.org/drawingml/2006/main">
            <a:pPr>
              <a:defRPr sz="3825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usando o passado?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9FDBF-04FB-4824-B78A-4012970D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1038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Comparação temporal entre modelos</a:t>
            </a:r>
          </a:p>
          <a:p xmlns:a="http://schemas.openxmlformats.org/drawingml/2006/main">
            <a:pPr>
              <a:defRPr sz="225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Avaliação do erro em meses reservados</a:t>
            </a:r>
          </a:p>
          <a:p xmlns:a="http://schemas.openxmlformats.org/drawingml/2006/main">
            <a:pPr>
              <a:defRPr sz="225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Incerteza para cada vazão futura</a:t>
            </a:r>
          </a:p>
        </p:txBody>
      </p:sp>
    </p:spTree>
    <p:extLst>
      <p:ext uri="{BB962C8B-B14F-4D97-AF65-F5344CB8AC3E}">
        <p14:creationId xmlns:p14="http://schemas.microsoft.com/office/powerpoint/2010/main" val="1378982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A9192-86F3-42B7-9B51-69FBA202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86 anos de observações mensais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109AE-EF9A-4025-875E-3004A93A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03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5E13E-501A-4AE6-991D-D7E6AAFA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1.032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97A04-2389-4FDD-98D3-4C166834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meses de janeiro de 1931</a:t>
            </a:r>
          </a:p>
          <a:p xmlns:a="http://schemas.openxmlformats.org/drawingml/2006/main">
            <a:pPr>
              <a:defRPr sz="232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a dezembro de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DB55F-848E-46CA-9370-EA2888D4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12 observações por ano</a:t>
            </a:r>
          </a:p>
          <a:p xmlns:a="http://schemas.openxmlformats.org/drawingml/2006/main">
            <a:pPr>
              <a:defRPr sz="210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Sem meses ausentes</a:t>
            </a:r>
          </a:p>
          <a:p xmlns:a="http://schemas.openxmlformats.org/drawingml/2006/main">
            <a:pPr>
              <a:defRPr sz="210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Valores positivos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04799-D3B1-4074-863A-77942FE2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487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8730"/>
                </a:solidFill>
                <a:latin typeface="Arial"/>
                <a:ea typeface="Arial"/>
                <a:cs typeface="Arial"/>
              </a:rPr>
              <a:t>Unidade e tipo de vazão não informados no PDF</a:t>
            </a:r>
          </a:p>
        </p:txBody>
      </p:sp>
    </p:spTree>
    <p:extLst>
      <p:ext uri="{BB962C8B-B14F-4D97-AF65-F5344CB8AC3E}">
        <p14:creationId xmlns:p14="http://schemas.microsoft.com/office/powerpoint/2010/main" val="1685369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FC800-DFBB-47E3-B12C-A94E64E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A série combina sazonalidade e extremos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6D6F9-DA4A-49F1-865D-9E3C57CB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04  Ilha Solteira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15504404a94b6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F7FA8-FF7B-46F9-AEA9-854B5FE1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Mínimo: 1.212 em out/2014. Máximo: 20.314 em fev/1983. Unidade da tabela.</a:t>
            </a:r>
          </a:p>
        </p:txBody>
      </p:sp>
    </p:spTree>
    <p:extLst>
      <p:ext uri="{BB962C8B-B14F-4D97-AF65-F5344CB8AC3E}">
        <p14:creationId xmlns:p14="http://schemas.microsoft.com/office/powerpoint/2010/main" val="616365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768A5-3492-4AA9-8C7A-7247FD2D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O ciclo anual orienta o período sazonal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20B18-2105-4259-8EB9-D44E65AC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05  Ilha Solteira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9592f034054a3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99168-9A55-41BD-9D0B-20EB68E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Média por mês em 1931–2016. Período sazonal: 12 meses. Unidade da tabela.</a:t>
            </a:r>
          </a:p>
        </p:txBody>
      </p:sp>
    </p:spTree>
    <p:extLst>
      <p:ext uri="{BB962C8B-B14F-4D97-AF65-F5344CB8AC3E}">
        <p14:creationId xmlns:p14="http://schemas.microsoft.com/office/powerpoint/2010/main" val="1893046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2D6D1-B0EF-44F6-B3BB-8C0C682F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A avaliação respeita a ordem do tempo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F8815-4BBB-4F0A-BCE6-9E52849B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06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1B0E7-3083-4483-8F7D-88AB9B14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1931–2008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7F8E6-2321-4A42-AAC8-8FAE7F34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57375"/>
            <a:ext cx="619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Treino inicial e triagem por AIC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6C0B7-E231-4BA3-93F5-2668C70C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5750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2009–2013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F56B9-2760-4A4B-B6BC-DB72CD96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5 origens anuais de validação</a:t>
            </a:r>
          </a:p>
          <a:p xmlns:a="http://schemas.openxmlformats.org/drawingml/2006/main">
            <a:pPr>
              <a:defRPr sz="217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12 meses previstos em cada origem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AE56A-C298-4B96-A18C-5A0BFC71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487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C48730"/>
                </a:solidFill>
                <a:latin typeface="Arial"/>
                <a:ea typeface="Arial"/>
                <a:cs typeface="Arial"/>
              </a:rPr>
              <a:t>2014–2016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4DBD6-01F5-4B71-B9DE-DA6CCC00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910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Teste final de 36 meses</a:t>
            </a:r>
          </a:p>
          <a:p xmlns:a="http://schemas.openxmlformats.org/drawingml/2006/main">
            <a:pPr>
              <a:defRPr sz="217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Origem única: dezembro de 2013</a:t>
            </a:r>
          </a:p>
        </p:txBody>
      </p:sp>
    </p:spTree>
    <p:extLst>
      <p:ext uri="{BB962C8B-B14F-4D97-AF65-F5344CB8AC3E}">
        <p14:creationId xmlns:p14="http://schemas.microsoft.com/office/powerpoint/2010/main" val="831921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F8E20-31C1-4260-B47D-46316912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ARIMA e SARIMA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F2BD5-69A2-4494-A096-E3D54B83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07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3A917-6E49-410A-9997-E2B77E4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ARIMA (p, d, q)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89DF7-C506-4C33-AB76-B2BA85AF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Dependência mensal e erros passados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A9AB6-E04E-4F00-99E2-DC341F93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719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487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C48730"/>
                </a:solidFill>
                <a:latin typeface="Arial"/>
                <a:ea typeface="Arial"/>
                <a:cs typeface="Arial"/>
              </a:rPr>
              <a:t>SARIMA (p, d, q) × (P, D, Q)₁₂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BF360-0F99-416C-9DCF-8AA48543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Acrescenta a dependência entre anos</a:t>
            </a:r>
          </a:p>
        </p:txBody>
      </p:sp>
    </p:spTree>
    <p:extLst>
      <p:ext uri="{BB962C8B-B14F-4D97-AF65-F5344CB8AC3E}">
        <p14:creationId xmlns:p14="http://schemas.microsoft.com/office/powerpoint/2010/main" val="1095937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9DF62-D575-4AD4-A941-9FC4913F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Logaritmo, diferenças e estacionariedade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F6193-9EE3-4F94-943D-5208FA28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08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06EA0-E8E5-4CA3-8A7E-506FD5B4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zₜ = log(vazãoₜ)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71A34-163C-421A-A945-2D2E5A84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Diferença mensal: zₜ − zₜ₋₁</a:t>
            </a:r>
          </a:p>
          <a:p xmlns:a="http://schemas.openxmlformats.org/drawingml/2006/main">
            <a:pPr>
              <a:defRPr sz="262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Diferença anual: zₜ − zₜ₋₁₂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15AF6-9DF6-44FC-8C61-CCF2B352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487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48730"/>
                </a:solidFill>
                <a:latin typeface="Arial"/>
                <a:ea typeface="Arial"/>
                <a:cs typeface="Arial"/>
              </a:rPr>
              <a:t>ADF e KPSS discordam nos níveis</a:t>
            </a:r>
          </a:p>
          <a:p xmlns:a="http://schemas.openxmlformats.org/drawingml/2006/main">
            <a:pPr>
              <a:defRPr sz="2325" b="1">
                <a:solidFill>
                  <a:srgbClr val="C487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48730"/>
                </a:solidFill>
                <a:latin typeface="Arial"/>
                <a:ea typeface="Arial"/>
                <a:cs typeface="Arial"/>
              </a:rPr>
              <a:t>A seleção compara modelos com e sem diferenças</a:t>
            </a:r>
          </a:p>
        </p:txBody>
      </p:sp>
    </p:spTree>
    <p:extLst>
      <p:ext uri="{BB962C8B-B14F-4D97-AF65-F5344CB8AC3E}">
        <p14:creationId xmlns:p14="http://schemas.microsoft.com/office/powerpoint/2010/main" val="367193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69EBE-BD1D-4ED4-B161-9AFF87EE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Seleção dentro de cada família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3D082-E1B6-4698-B897-0185C020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09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31BDD-C4CB-497C-A6B6-11F7FACB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430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ARIMA (2, 0, 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60BE2-5B0D-42C7-8D35-C77E1623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RMSE na validação: 1.700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5C3CF-05C3-466C-A1B3-37E35778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487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48730"/>
                </a:solidFill>
                <a:latin typeface="Arial"/>
                <a:ea typeface="Arial"/>
                <a:cs typeface="Arial"/>
              </a:rPr>
              <a:t>SARIMA (1, 0, 0) × (1, 0, 1)₁₂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69653-8268-4B86-B6A0-DB9D8680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RMSE na validação: 1.567</a:t>
            </a:r>
          </a:p>
        </p:txBody>
      </p:sp>
    </p:spTree>
    <p:extLst>
      <p:ext uri="{BB962C8B-B14F-4D97-AF65-F5344CB8AC3E}">
        <p14:creationId xmlns:p14="http://schemas.microsoft.com/office/powerpoint/2010/main" val="2103980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8CB17-6EB2-4119-BBC2-91FB7997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O ingênuo sazonal tem o menor erro no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2EB08-8AD3-4627-87E0-5A23F33C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10  Ilha Solteira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54c764fd8a488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7A019-4074-4907-BE49-AAF115B7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2014–2016, origem dez/2013. RMSE na unidade da tabela. Menor é melhor.</a:t>
            </a:r>
          </a:p>
        </p:txBody>
      </p:sp>
    </p:spTree>
    <p:extLst>
      <p:ext uri="{BB962C8B-B14F-4D97-AF65-F5344CB8AC3E}">
        <p14:creationId xmlns:p14="http://schemas.microsoft.com/office/powerpoint/2010/main" val="7698773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EE729-DC11-431C-B7DD-130E8E0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As previsões centrais superestimam parte do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8F15C-73D1-4123-9BE6-C3C16480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11  Ilha Solteira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128f114cff4e0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1DC32-D60D-44EA-85F3-A4D741D4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Média até 2013: 5.326. Média no teste: 3.773. Unidade da tabela.</a:t>
            </a:r>
          </a:p>
        </p:txBody>
      </p:sp>
    </p:spTree>
    <p:extLst>
      <p:ext uri="{BB962C8B-B14F-4D97-AF65-F5344CB8AC3E}">
        <p14:creationId xmlns:p14="http://schemas.microsoft.com/office/powerpoint/2010/main" val="19048945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F1380-4FAD-4DF6-9880-C0538D29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Intervalos preditivos de 95%: ARIMA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8CF4B-AF00-45D2-8B0D-ECC69414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12  Ilha Solteira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68fd2d62ff4bc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53A96-0A3C-4521-B113-F132D535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Intervalos pontuais condicionais ao modelo. Limites desenhados como linhas. Unidade da tabela.</a:t>
            </a:r>
          </a:p>
        </p:txBody>
      </p:sp>
    </p:spTree>
    <p:extLst>
      <p:ext uri="{BB962C8B-B14F-4D97-AF65-F5344CB8AC3E}">
        <p14:creationId xmlns:p14="http://schemas.microsoft.com/office/powerpoint/2010/main" val="11219948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BEC49-99CD-4776-AAAE-2807F403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Intervalos preditivos de 95%: SARIMA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DCDA2-1551-493D-AB5F-C3188DCC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13  Ilha Solteira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41e65e66e8459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E1CBB-010D-4625-8464-9AA47565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A cobertura deve ser interpretada junto com a largura dos intervalos. Unidade da tabela.</a:t>
            </a:r>
          </a:p>
        </p:txBody>
      </p:sp>
    </p:spTree>
    <p:extLst>
      <p:ext uri="{BB962C8B-B14F-4D97-AF65-F5344CB8AC3E}">
        <p14:creationId xmlns:p14="http://schemas.microsoft.com/office/powerpoint/2010/main" val="2607642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9A131-C3CB-461D-9F00-944168C3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A cobertura observada fica abaixo de 95%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7C6D0-8FDF-4B9E-A84F-DFFB1F3A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14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39D63-753F-4478-8A63-BD43C2B1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91,7%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B1591-A901-4C1F-9559-35894E07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C4873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C48730"/>
                </a:solidFill>
                <a:latin typeface="Arial"/>
                <a:ea typeface="Arial"/>
                <a:cs typeface="Arial"/>
              </a:rPr>
              <a:t>83,3%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00806-4D77-4A6C-BAEC-191263C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ARIMA: 33 de 36 meses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86A1F-A678-4C88-A130-F77DD192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194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SARIMA: 30 de 36 meses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C7C71-F870-47BC-9DFE-533E70CF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Largura média ARIMA: 10.908</a:t>
            </a:r>
          </a:p>
          <a:p xmlns:a="http://schemas.openxmlformats.org/drawingml/2006/main">
            <a:pPr>
              <a:defRPr sz="247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Largura média SARIMA: 6.026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C89F9-4C5D-462A-B3F0-7B1C093D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Cobertura nominal: 95%. A amostra de teste tem somente 36 meses.</a:t>
            </a:r>
          </a:p>
        </p:txBody>
      </p:sp>
    </p:spTree>
    <p:extLst>
      <p:ext uri="{BB962C8B-B14F-4D97-AF65-F5344CB8AC3E}">
        <p14:creationId xmlns:p14="http://schemas.microsoft.com/office/powerpoint/2010/main" val="16627462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9C33-0C85-42A6-ADCF-7BCAA9B5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Os resíduos ainda contêm dependência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169BA-7344-4C3C-BA06-DBFE141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15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FEF63-ECB9-4E81-B096-428BA74D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24025"/>
            <a:ext cx="1047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487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48730"/>
                </a:solidFill>
                <a:latin typeface="Arial"/>
                <a:ea typeface="Arial"/>
                <a:cs typeface="Arial"/>
              </a:rPr>
              <a:t>Ljung–Box: p &lt; 0,05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41E9B-1105-4265-8CF1-A4279AFD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Nos dois modelos, em 12 e 24 defasagens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AF143-5BB7-4816-B70F-91AD2E6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Jarque–Bera: p &lt; 0,05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B4FFA-9774-426D-BB3B-C54527E5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Normalidade rejeitada nos dois modelos</a:t>
            </a:r>
          </a:p>
        </p:txBody>
      </p:sp>
    </p:spTree>
    <p:extLst>
      <p:ext uri="{BB962C8B-B14F-4D97-AF65-F5344CB8AC3E}">
        <p14:creationId xmlns:p14="http://schemas.microsoft.com/office/powerpoint/2010/main" val="302074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2DC8C-47D0-43F6-902F-3059602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Projeção histórica para 2017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4931D-F4EA-483B-BA42-35A40451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16  Ilha Solteira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cad7c6279c4f2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27C74-B2BB-4605-982F-8B59F03D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Origem: dez/2016. Sem observações de 2017 para conferir. Unidade da tabela.</a:t>
            </a:r>
          </a:p>
        </p:txBody>
      </p:sp>
    </p:spTree>
    <p:extLst>
      <p:ext uri="{BB962C8B-B14F-4D97-AF65-F5344CB8AC3E}">
        <p14:creationId xmlns:p14="http://schemas.microsoft.com/office/powerpoint/2010/main" val="3887246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A9B34-1955-4B80-8335-31FB8AAB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8FA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8FAF7"/>
                </a:solidFill>
                <a:latin typeface="Arial"/>
                <a:ea typeface="Arial"/>
                <a:cs typeface="Arial"/>
              </a:rPr>
              <a:t>O que os resultados permitem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DF13A-96FD-4175-8E36-5054EC71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C8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C8CB"/>
                </a:solidFill>
                <a:latin typeface="Arial"/>
                <a:ea typeface="Arial"/>
                <a:cs typeface="Arial"/>
              </a:rPr>
              <a:t>17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63A16-C461-4A90-AA67-CE05EF5A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A5C8C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A5C8CB"/>
                </a:solidFill>
                <a:latin typeface="Arial"/>
                <a:ea typeface="Arial"/>
                <a:cs typeface="Arial"/>
              </a:rPr>
              <a:t>Sazonalidade anual evidente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D8709-D441-4390-832E-9ADF111D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8FAF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8FAF7"/>
                </a:solidFill>
                <a:latin typeface="Arial"/>
                <a:ea typeface="Arial"/>
                <a:cs typeface="Arial"/>
              </a:rPr>
              <a:t>O modelo simples vence no teste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04641-BA8F-441B-9487-0A21B14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D9AC6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9AC69"/>
                </a:solidFill>
                <a:latin typeface="Arial"/>
                <a:ea typeface="Arial"/>
                <a:cs typeface="Arial"/>
              </a:rPr>
              <a:t>Resíduos limitam a confiança nas faixas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2E579-DCAD-4DE0-8229-42172D4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530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A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AF7"/>
                </a:solidFill>
                <a:latin typeface="Arial"/>
                <a:ea typeface="Arial"/>
                <a:cs typeface="Arial"/>
              </a:rPr>
              <a:t>Resultado científico: comparar e reconhecer os limites</a:t>
            </a:r>
          </a:p>
        </p:txBody>
      </p:sp>
    </p:spTree>
    <p:extLst>
      <p:ext uri="{BB962C8B-B14F-4D97-AF65-F5344CB8AC3E}">
        <p14:creationId xmlns:p14="http://schemas.microsoft.com/office/powerpoint/2010/main" val="15702805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51AE8-41B3-4169-A177-A8C932D8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3E"/>
                </a:solidFill>
                <a:latin typeface="Arial"/>
                <a:ea typeface="Arial"/>
                <a:cs typeface="Arial"/>
              </a:rPr>
              <a:t>Código, exemplos e referências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FC6EC-3534-4CA8-AA2E-4EDA8F10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1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177"/>
                </a:solidFill>
                <a:latin typeface="Arial"/>
                <a:ea typeface="Arial"/>
                <a:cs typeface="Arial"/>
              </a:rPr>
              <a:t>18  Ilha Solteira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40ED4-449A-40F6-8421-D22C4067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Base: ILHA_SOLTEIRA.pdf</a:t>
            </a:r>
          </a:p>
          <a:p xmlns:a="http://schemas.openxmlformats.org/drawingml/2006/main">
            <a:pPr>
              <a:defRPr sz="2400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Orientação: EXEMPLO.pdf e EXEMPLO_01.pdf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86AF2-2014-4CC5-8A30-AEACA069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Tutoriais: DigitalOcean, GeeksforGeeks e Analytics Vidhya</a:t>
            </a:r>
          </a:p>
          <a:p xmlns:a="http://schemas.openxmlformats.org/drawingml/2006/main">
            <a:pPr>
              <a:defRPr sz="2025" b="0">
                <a:solidFill>
                  <a:srgbClr val="1834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3E"/>
                </a:solidFill>
                <a:latin typeface="Arial"/>
                <a:ea typeface="Arial"/>
                <a:cs typeface="Arial"/>
              </a:rPr>
              <a:t>Implementação atual: documentação statsmodels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CC491-D47F-4728-8965-66011A98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0"/>
                </a:solidFill>
                <a:latin typeface="Arial"/>
                <a:ea typeface="Arial"/>
                <a:cs typeface="Arial"/>
              </a:rPr>
              <a:t>Notebook e tabelas permitem reproduzir os resultados</a:t>
            </a:r>
          </a:p>
        </p:txBody>
      </p:sp>
    </p:spTree>
    <p:extLst>
      <p:ext uri="{BB962C8B-B14F-4D97-AF65-F5344CB8AC3E}">
        <p14:creationId xmlns:p14="http://schemas.microsoft.com/office/powerpoint/2010/main" val="1651251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2026-10-05T18:24:15.3350000Z</dcterms:created>
  <dcterms:modified xsi:type="dcterms:W3CDTF">2026-10-05T18:24:15.3350000Z</dcterms:modified>
</coreProperties>
</file>